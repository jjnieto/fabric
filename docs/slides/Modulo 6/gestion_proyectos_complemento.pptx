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6: Proyecto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Gestion de Proyectos:</a:t>
            </a:r>
            <a:br/>
            <a:r>
              <a:t>Complementos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Riesgos, MVP, roles, comunicacion y particularidades de proyectos blockchain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Gestion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Lo que puede salir mal, saldra mal (si no lo gestionas)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¿Que es un riesgo?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riesgo es un evento incierto que, si ocurre, tiene un impacto en el proyecto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es un problema: un problema ya ha ocurrido. Un riesgo PUEDE ocurrir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Todo proyecto tiene riesgos. La diferencia esta en si los gestionas o te pillan por sorpresa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Dos dimensiones: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Probabilidad: ¿que tan probable es que ocurra? (alta/media/baja)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Impacto: si ocurre, ¿como de grave es? (critico/alto/medio/bajo)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Riesgo = Probabilidad x Impacto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Matriz de riesgos: ejemplo para un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Probabilidad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Mitigacion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 miembro del equipo deja el proyecto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todo, pair programming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 tecnologia elegida no soporta un requisito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Critico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PoC temprana antes de comprometerse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cliente cambia los requisitos a mitad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Contratos agiles, MVP, entregas frecuentes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Fallo de seguridad en produccion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Critico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Auditorias, tests de seguridad, pen testing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Retraso en la integracion con sistema externo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Mocks, interfaces desacopladas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Plan de respuesta a riesgos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Para cada riesgo identificado, elegir UNA estrategia: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Evitar: eliminar la causa del riesgo (cambiar el enfoque, reducir alcance)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Mitigar: reducir la probabilidad o el impacto (PoC, tests, documentacion)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Transferir: pasar el riesgo a otro (seguros, subcontratar, SLAs)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Aceptar: asumir que puede pasar y tener un plan B preparado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riesgos se revisan periodicamente. No es un ejercicio de una sola vez.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MVP</a:t>
            </a:r>
            <a:br/>
            <a:r>
              <a:t>Producto Minimo Viable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Entrega algo pequeno que funcione, valida, itera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¿Que es un MVP?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Minimum Viable Product: la version mas pequena del producto que aporta valor real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es un prototipo a medias. Es un producto funcional, solo que con alcance reducido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objetivo: validar hipotesis con usuarios reales lo antes posible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esperas a tener el producto completo para validar, llegas tarde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MVP: lo que SI es vs lo que NO 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arriba 'NO es MVP' mostrando un coche construido rueda a rueda. Abajo 'SI es MVP' mostrando patinete -&gt; bici -&gt; moto -&gt; coche]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Split comparison diagram. Top row labeled 'NOT an MVP': shows a car being built wheel by wheel (unusable until complete). Bottom row labeled 'MVP approach': shows evolution from skateboard to bicycle to motorcycle to car (usable at every stage). Clean flat design, teal and green colors.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MVP en practica: como definirlo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Listar TODAS las funcionalidades deseadas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Clasificar: Must have / Should have / Could have / Won't have (MoSCoW)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El MVP = solo los Must have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Entregar, poner delante del usuario, recoger feedback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Iterar: anadir Should have segun el feedback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 FidelityChain: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Must: registrar cliente, emitir puntos, canjear, consultar saldo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Should: historial, info del token, catalogo de productos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Could: eventos en tiempo real, web UI, multiples partners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Won't (v1): caducidad de puntos, transferencia entre clientes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Roles del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Quien decide que, quien prioriza, quien construye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Roles tipicos en un proyecto agil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Product Owner (PO): representa al negocio, prioriza el backlog, decide que se construye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es el jefe del equipo: es la voz del cliente dentro del equipo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Scrum Master / Facilitador: elimina impedimentos, facilita ceremonias, protege al equipo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No es un gestor de proyecto tradicional: no asigna tareas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Tech Lead: decisiones tecnicas, arquitectura, revision de codigo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Desarrolladores: construyen el producto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QA / Tester: valida que lo construido cumple los criterios de aceptacion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DevOps: infraestructura, CI/CD, despliegues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Antipatrones de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PO que no esta disponible: el equipo toma decisiones sin el y luego hay que rehacer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Tech Lead que decide todo: el equipo no aprende ni aporta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Scrum Master que es jefe encubierto: asigna tareas y controla, no facilita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tener QA: 'ya lo probamos nosotros' = bugs en produccion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Todo el mundo es 'full-stack': nadie es responsable de nada concreto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clave: roles claros con responsabilidades explicitas desde el dia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Comunicacion y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Si no se comunica, no existe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Ceremonias agiles esenciales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Daily standup (15 min): ¿que hice ayer? ¿que hare hoy? ¿tengo bloqueos?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Sprint planning: ¿que vamos a hacer en las proximas 2 semanas?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Sprint review / demo: mostrar al stakeholder lo que hemos construido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Retrospectiva: ¿que fue bien? ¿que fue mal? ¿que mejoramos?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retrospectiva es la ceremonia mas importante y la que mas se salta.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retrospectiva no hay mejora continua. Es donde el equipo aprende.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Reporting al stakeholder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stakeholder no quiere detalles tecnicos. Quiere saber: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¿Vamos en plazo? (burndown chart, velocidad del equipo)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¿Que se ha entregado? (demo funcional, no slides)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¿Hay riesgos o bloqueos? (comunicar pronto, no esconder problemas)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¿Necesitamos algo? (decisiones, recursos, priorizacion)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Regla de oro: nunca sorprendas al stakeholder con malas noticias.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algo va mal, comunicalo al momento. No al final del sprint.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Definition of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¿Cuando esta 'terminado' de verdad?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Definition of Done (DoD)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 un acuerdo del equipo sobre que significa que algo esta terminado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Sin DoD, cada persona tiene un criterio diferente de 'hecho'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 de DoD para una historia de usuario: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Codigo escrito y revisado (code review aprobado)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Tests unitarios escritos y pasando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Tests de integracion pasando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Documentacion actualizada (si aplica)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Desplegado en entorno de test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QA ha validado los criterios de aceptacion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Sin bugs criticos abiertos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Criterios de aceptacion vs Definition of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Son cosas diferentes y complementarias: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Criterios de aceptacion: especificos de cada historia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'Como usuario, puedo canjear puntos y mi saldo se reduce correctamente'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Definition of Done: comun a TODAS las historias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'El codigo tiene tests, esta revisado y desplegado en test'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Una historia esta terminada cuando cumple SUS criterios de aceptacion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Y ADEMAS cumple la Definition of Done del equipo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Estimacion de Esfuerzo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No cuanto tiempo tardara, sino cuanto esfuerzo requiere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Tecnicas de estimacion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Story Points: unidad relativa de esfuerzo (no horas ni dias)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Se usa la serie Fibonacci: 1, 2, 3, 5, 8, 13, 21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Un 5 no es el doble de dificil que un 2, es 'bastante mas complejo'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T-shirt sizing: S, M, L, XL para estimaciones rapidas y gruesas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Util al inicio del proyecto para dimensionar el backlog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Planning Poker: cada miembro del equipo estima de forma independiente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Se revelan las cartas a la vez para evitar sesgos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Si hay mucha discrepancia, se debate y se vuelve a estimar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Errores comunes al estimar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Estimar en horas: genera compromisos rigidos que no se pueden cumplir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Estimar solo el desarrollo: olvidar testing, documentacion, despliegue, bugs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optimismo del desarrollador: 'esto lo hago en una tarde' (nunca es una tarde)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re-estimar: la estimacion inicial era con informacion parcial, hay que ajustar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Presion del stakeholder: 'necesito que esto sean 3 puntos, no 8' — NO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estimacion es del equipo, no del jefe. Si el equipo dice 13, es 13.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Particularidades de</a:t>
            </a:r>
            <a:br/>
            <a:r>
              <a:t>Proyectos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Lo que cambia cuando tu proyecto es un consorcio descentralizado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¿Que tiene de especial un proyecto blockchain?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un proyecto tradicional hay UN cliente y UN equipo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un proyecto blockchain enterprise hay un CONSORCIO: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Multiples organizaciones que son a la vez clientes Y participantes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org tiene sus propios intereses, plazos y prioridades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Las decisiones tecnicas afectan a todas las orgs (politicas de endorsement, datos compartidos)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despliegue requiere coordinacion entre orgs (lifecycle: approve de cada una)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Gestionar un proyecto blockchain es gestionar un proyecto POLITICO ademas de tecnico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Proyecto tradicional vs proyecto blockchain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[Diagrama: izquierda un proyecto con 1 cliente y 1 equipo. Derecha un consorcio con multiples orgs, cada una con su equipo, conectadas por un canal compartido]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para IA generativa: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297680"/>
            <a:ext cx="88696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C3AED"/>
                </a:solidFill>
                <a:latin typeface="Consolas"/>
              </a:defRPr>
            </a:pPr>
            <a:r>
              <a:t>Split comparison diagram. Left side: traditional project with single client pointing to single development team (simple hierarchy). Right side: blockchain consortium with 3-4 organizations each with their own team, connected by a shared channel in the center. Arrows showing governance decisions flowing between orgs. Clean corporate style, teal color scheme.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 gobernanza como workstream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un proyecto Fabric, la gobernanza del consorcio NO es un detalle tecnico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 un workstream completo que hay que planificar desde el dia 1: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¿Quien puede proponer cambios en el chaincode?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¿Como se aprueba un nuevo chaincode o una actualizacion? (lifecycle)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¿Quien paga la infraestructura? (orderers, CAs)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¿Como se incorpora una nueva organizacion al consorcio?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¿Que pasa si una organizacion quiere salir?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¿Quien tiene acceso a que datos? (canales, Private Data)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Si no resuelves esto antes de escribir codigo, el proyecto fracasara.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TradeLens y B3i fracasaron por gobernanza, no por tecnologia.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Coordinacion de despliegues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un proyecto normal: despliegas en TU servidor y ya esta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Fabric: el despliegue requiere acciones de CADA organizacion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Para desplegar un chaincode: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Alguien empaqueta el codigo y lo distribuye a las orgs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Cada org lo revisa, lo instala en SU peer y lo aprueba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Solo cuando la mayoria ha aprobado se puede hacer commit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Esto significa: coordinacion de agendas, ventanas de despliegue,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planes de rollback consensuados y comunicacion constante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Consejo: automatizar al maximo con scripts y CI/CD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Riesgos especificos de proyectos blockchain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Adopcion: que las orgs del consorcio no se comprometan o abandonen a mitad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Fundador dominante: una org controla demasiado y las demas desconfian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Complejidad de integracion: conectar Fabric con los sistemas legacy de cada org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Regulacion cambiante: leyes de proteccion de datos, smart contracts como contratos legales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Rendimiento: expectativas irreales de TPS o latencia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Seguridad: un certificado comprometido de una org afecta a toda la red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Mitigacion clave: empezar con un MVP muy pequeno entre 2-3 orgs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y ampliar solo cuando se demuestre valor.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MVP en blockchain: empieza muy pequeno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Error tipico: intentar montar un consorcio de 20 orgs desde el dia 1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Enfoque correcto: 2-3 orgs, 1 canal, 1 chaincode sencillo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Fase 1 (MVP): 2 orgs, caso de uso basico, red minima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Ejemplo: Hotel + Cafeteria con puntos de fidelizacion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Objetivo: demostrar que funciona y que aporta valor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Fase 2: anadir 1-2 orgs mas, ampliar funcionalidades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Ejemplo: anadir un restaurante y una tienda al programa de puntos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Fase 3: escalar a produccion, governance formal, SLAs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Solo si la Fase 1 y 2 demostraron valor real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Gestion de proyectos blockchain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¿Que es mas dificil: la tecnologia o la gobernanza del consorcio? ¿Por que?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Si tuvierais que convencer a 3 empresas de vuestro sector para formar un consorcio, ¿que argumentos usariais?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¿Como gestionariais el riesgo de que una org abandone el consorcio a mitad del proyecto?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¿MVP de 2 orgs o lanzamiento con todo el consorcio? ¿Que preferis y por que?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¿Que ceremonias agiles adaptariais para un proyecto multi-organizacion?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Planifica tu proyecto FidelityChain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Aplicar lo aprendido al proyecto que vais a desarrollar.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grupos de 3-4 personas: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Identificar 5 riesgos del proyecto y clasificarlos (probabilidad x impacto)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Definir el MVP: ¿cuales son los Must have?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Asignar roles: ¿quien es PO, Tech Lead, etc.?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4. Escribir la Definition of Done del equipo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5. Estimar las historias principales (S/M/L/XL)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6. Identificar 2 decisiones de gobernanza que hay que tomar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 (ej: ¿quien puede emitir puntos? ¿quien aprueba nuevos partners?)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Tiempo: 30 minutos. Presentar en 5 minutos por grupo.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