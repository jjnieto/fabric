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27" r:id="rId2"/>
    <p:sldId id="528" r:id="rId3"/>
    <p:sldId id="529" r:id="rId4"/>
    <p:sldId id="53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91959-3E00-2D6E-5FCB-D51F5D963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073E84-F369-B4A2-BE23-C1F090FBC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C078DA-CFED-DE10-5001-5FEAC2DC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058610-2B55-EDC5-400B-2053FF80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8C755D-8DF9-3BC2-60F2-000E774E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833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CDB32-A43D-F6B2-1936-39CF0E34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B45366-2D7A-99E0-7814-952121B2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97ECD4-4E4B-5782-8714-5566B6F0C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BEA130-4C45-ECEF-9491-9615C000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995033-B38F-2A22-56C5-9B60E0F4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916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8FF6C-C7F2-562B-F16A-ABAAF2E13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0DA0A2-FE44-1A0D-66DF-CEF57A803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3CDBF8-F730-CD04-542C-829A3EDC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3A8B74-059D-97F4-9C6E-953F339D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4107A3-9FC7-6BF2-B5CD-34CEDF3B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611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523E6-E88D-FCDD-975A-52471D1B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13CAFB-54DC-6220-77EB-256D3A2A3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75A562-3A97-9FBA-42E2-250C17A36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E9677E-DAE6-CD2F-C5B9-E90E155B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B28530-41C0-B706-AD4E-968D063B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24CB38-70FE-5089-40D9-6D3B6604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91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8FEBD-3663-5048-1D28-27EAA337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202787-86F9-AE96-6FE1-01F3A40AF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965C0F-F062-92EB-715D-B4A825635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7CEF54-5DA2-0A7C-EDF4-B27A500B4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64E8EF-17FE-E750-5886-D7DA705DB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F67EAF-4FB8-C43F-8B18-A99E1375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E7C1BC5-ACF3-4105-A883-08E98262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374D4-CC1A-47FC-7391-C8094291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249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B4543-678F-7F86-A69F-8EDBD1EF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A9AF0A-0AB2-D9DA-F095-0A02CDDB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85BFA3-1A79-BA4E-3D82-49F75967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1C905D-1C9E-BBCC-ECFA-DB37185F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886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53FA6C-C322-62F2-0FDC-226EA15BB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C0F892-A81B-84E1-6C5A-4F25C72A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74607F-4F72-E064-071B-07E1C1EA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472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ABCC2-A34E-685D-DEC5-E5DA246D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02DC8-4131-411B-A072-35AD6EDC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07DE2F-F1B9-4A88-A75E-F42A04F19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D9B571-A925-4C1C-0C7A-DE6813FB3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76E02E-9835-1D4A-94EE-5E7882EF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0F35D3-238C-8664-850E-5BB62BA5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558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11F9C-E9B6-7A7C-85E7-1A71A3AB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486F4A-EAB9-1B43-2DA3-A2DF633E3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D942E1-2A17-FD93-9FFC-8D706E547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51FABE-D087-7E87-93FE-179EECD6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45BF9D-2AE6-5311-0F26-174C4212E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0CAC22-5D75-C9C1-35EF-E3ACEE2D6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240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D6CAC-AEE2-D642-5AE8-5DAEB159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B08BBE-C3AC-7770-BD8C-5F1BC0B98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DCC07-5AAC-69FA-29CC-A2D5985B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35C111-69F3-2947-C7ED-995DD35F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3D157B-2A07-1DDF-B839-27E4425C6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608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88D885-926A-4CB9-A7F6-5047D59E62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13C36E-7593-2B4D-F2B2-54A961658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180C7A-1984-878E-5A2E-7E93D00B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592392-ED86-0055-1187-5716A888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854CE0-B070-4B60-6A35-34CF95CB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140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9CE661-8580-C0A9-0572-547D12B6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147003-7B48-7749-4B0F-83A7BD85B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E3E717-E6D1-E7F4-6156-7D2E27B98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6772-983A-4876-B405-582A5C2BC421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057D91-9497-A815-0465-7C0E44A18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EC0EC3-2505-D811-7C5D-B8E82D609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B608D-C4BA-451E-99B3-9C1F830AD8B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967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52B1-7E23-2EB3-819C-9197D6EA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D2285-838D-9AC8-5F81-9E980DE3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Repaso Día 6 (1ª parte)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59861F9-AAB3-01D6-1142-1AC3D5505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76661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sz="2000" b="1"/>
              <a:t>Preguntas</a:t>
            </a:r>
          </a:p>
          <a:p>
            <a:r>
              <a:rPr lang="es-ES" sz="2000"/>
              <a:t>¿Qué es la tokenización de activos?</a:t>
            </a:r>
          </a:p>
          <a:p>
            <a:r>
              <a:rPr lang="es-ES" sz="2000"/>
              <a:t>¿Cuál es la diferencia entre un token que representa un activo real y un token nativo?</a:t>
            </a:r>
          </a:p>
          <a:p>
            <a:r>
              <a:rPr lang="es-ES" sz="2000"/>
              <a:t>¿Qué tipo de activos pueden tokenizarse además de los financieros?</a:t>
            </a:r>
          </a:p>
          <a:p>
            <a:r>
              <a:rPr lang="es-ES" sz="2000"/>
              <a:t>¿Qué significa que un token esté respaldado por un activo real?</a:t>
            </a:r>
          </a:p>
          <a:p>
            <a:r>
              <a:rPr lang="es-ES" sz="2000"/>
              <a:t>¿Qué beneficios ofrece la propiedad fraccionada?</a:t>
            </a:r>
          </a:p>
          <a:p>
            <a:r>
              <a:rPr lang="es-ES" sz="2000"/>
              <a:t>¿Qué ventajas ofrece la existencia de un mercado secundario para activos tokenizados?</a:t>
            </a:r>
          </a:p>
          <a:p>
            <a:r>
              <a:rPr lang="es-ES" sz="2000"/>
              <a:t>¿Qué papel cumplen los contratos inteligentes en la tokenización?</a:t>
            </a:r>
          </a:p>
          <a:p>
            <a:r>
              <a:rPr lang="es-ES" sz="2000"/>
              <a:t>¿Qué beneficio aporta la eliminación de intermediarios en la distribución de activos digitales?</a:t>
            </a:r>
          </a:p>
          <a:p>
            <a:r>
              <a:rPr lang="es-ES" sz="2000"/>
              <a:t>¿Por qué la tokenización puede aumentar la liquidez de ciertos activos?</a:t>
            </a:r>
          </a:p>
          <a:p>
            <a:r>
              <a:rPr lang="es-ES" sz="2000"/>
              <a:t>¿Cómo mejora la accesibilidad la tokenización en DLT?</a:t>
            </a:r>
          </a:p>
          <a:p>
            <a:r>
              <a:rPr lang="es-ES" sz="2000"/>
              <a:t>¿Qué ventaja aporta la transparencia de las DLT?</a:t>
            </a:r>
          </a:p>
          <a:p>
            <a:r>
              <a:rPr lang="es-ES" sz="2000"/>
              <a:t>¿Qué significa DvP (Delivery versus Payment) en el contexto de la tokenización?</a:t>
            </a:r>
          </a:p>
          <a:p>
            <a:r>
              <a:rPr lang="es-ES" sz="2000"/>
              <a:t>¿Por qué las transacciones atómicas son importantes en la liquidación de activos tokenizados?</a:t>
            </a:r>
          </a:p>
          <a:p>
            <a:r>
              <a:rPr lang="es-ES" sz="2000"/>
              <a:t>Nombra dos ventajas competitivas de usar blockchain para emitir activos financieros.</a:t>
            </a:r>
          </a:p>
        </p:txBody>
      </p:sp>
    </p:spTree>
    <p:extLst>
      <p:ext uri="{BB962C8B-B14F-4D97-AF65-F5344CB8AC3E}">
        <p14:creationId xmlns:p14="http://schemas.microsoft.com/office/powerpoint/2010/main" val="29708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1F8C-2A18-6B3F-2876-0C823CB82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D1DED-1277-33BC-A3C4-0A04C283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Repaso Día 6 (2ª parte)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25C3F7-C7B3-3957-8D3C-443FA95E027A}"/>
              </a:ext>
            </a:extLst>
          </p:cNvPr>
          <p:cNvSpPr txBox="1"/>
          <p:nvPr/>
        </p:nvSpPr>
        <p:spPr>
          <a:xfrm>
            <a:off x="900838" y="1636514"/>
            <a:ext cx="47017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motivó a los bancos centrales a desarrollar las CBDCs?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ventajas ofrecen las CBDCs frente al dinero tradicional?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riesgos puede tener un acceso directo de los ciudadanos al dinero del banco central?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¿Por qué la interoperabilidad es clave en los pagos internacionales con CBDCs?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¿Cómo pueden las CBDCs mejorar la eficiencia de la política monetaria?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riesgos en términos de privacidad implica una trazabilidad total del dinero?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prioridad destacó la consulta pública del BCE sobre el euro digital?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¿En qué fase se encuentra actualmente el proyecto del euro digital?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5BB88E3-AF9A-2A93-1252-96410F7588F6}"/>
              </a:ext>
            </a:extLst>
          </p:cNvPr>
          <p:cNvSpPr txBox="1"/>
          <p:nvPr/>
        </p:nvSpPr>
        <p:spPr>
          <a:xfrm>
            <a:off x="6175430" y="1636514"/>
            <a:ext cx="50065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¿Quién realiza las funciones de KYC en el modelo de Euro Digital y por qué?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¿Cómo se garantiza la equivalencia 1:1 entre tokens y dinero fiat en Fnality?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características destacan del yuan digital en cuanto a adopción y uso?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¿Cómo afectaba el onboarding a los tipos de cuenta del Yuan Digital?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diferencia principal hay entre stablecoins privadas, dinero tokenizado bancario y CBDCs?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¿Cuál es el objetivo del proyecto Fnality y qué problema intenta resolver?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¿Cómo se realiza el proceso de “funding” y “defunding” en Fnality?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/>
              <a:t>¿Qué ventajas ofrece Fnality en términos de liquidez, riesgo y velocidad de liquidación?</a:t>
            </a:r>
          </a:p>
        </p:txBody>
      </p:sp>
    </p:spTree>
    <p:extLst>
      <p:ext uri="{BB962C8B-B14F-4D97-AF65-F5344CB8AC3E}">
        <p14:creationId xmlns:p14="http://schemas.microsoft.com/office/powerpoint/2010/main" val="284269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A3A6-686D-DCF2-C916-B27BA85B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F3E6C-0E0C-4BFE-6465-41CFDC5F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Carencias de </a:t>
            </a:r>
            <a:r>
              <a:rPr lang="es-ES" b="1"/>
              <a:t>Blockchain</a:t>
            </a:r>
            <a:endParaRPr lang="es-ES" b="1" dirty="0"/>
          </a:p>
        </p:txBody>
      </p:sp>
      <p:pic>
        <p:nvPicPr>
          <p:cNvPr id="3" name="Picture 2" descr="What is the blockchain trilemma? - Electra Protocol">
            <a:extLst>
              <a:ext uri="{FF2B5EF4-FFF2-40B4-BE49-F238E27FC236}">
                <a16:creationId xmlns:a16="http://schemas.microsoft.com/office/drawing/2014/main" id="{1C2FCDB3-06EF-E05F-9BE0-66F4B791C3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628" y="1813352"/>
            <a:ext cx="724016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58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60318-854F-EA47-35E8-9A9D3BD83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B6752-FE7A-B76A-CA80-6F023F0A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El </a:t>
            </a:r>
            <a:r>
              <a:rPr lang="es-ES" b="1" dirty="0" err="1"/>
              <a:t>trilema</a:t>
            </a:r>
            <a:r>
              <a:rPr lang="es-ES" b="1" dirty="0"/>
              <a:t> revisitado</a:t>
            </a:r>
          </a:p>
        </p:txBody>
      </p:sp>
      <p:pic>
        <p:nvPicPr>
          <p:cNvPr id="3" name="Picture 2" descr="What is the blockchain trilemma? - Electra Protocol">
            <a:extLst>
              <a:ext uri="{FF2B5EF4-FFF2-40B4-BE49-F238E27FC236}">
                <a16:creationId xmlns:a16="http://schemas.microsoft.com/office/drawing/2014/main" id="{5A0A5303-5522-6713-A275-14214B5F49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628" y="1813352"/>
            <a:ext cx="724016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223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Panorámica</PresentationFormat>
  <Paragraphs>35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Repaso Día 6 (1ª parte)</vt:lpstr>
      <vt:lpstr>Repaso Día 6 (2ª parte)</vt:lpstr>
      <vt:lpstr>Carencias de Blockchain</vt:lpstr>
      <vt:lpstr>El trilema revisitado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Nieto</dc:creator>
  <cp:lastModifiedBy>Javier Nieto</cp:lastModifiedBy>
  <cp:revision>2</cp:revision>
  <dcterms:created xsi:type="dcterms:W3CDTF">2026-03-18T22:00:45Z</dcterms:created>
  <dcterms:modified xsi:type="dcterms:W3CDTF">2026-03-19T14:31:11Z</dcterms:modified>
</cp:coreProperties>
</file>