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527" r:id="rId2"/>
    <p:sldId id="528" r:id="rId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20" y="7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391959-3E00-2D6E-5FCB-D51F5D9637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1073E84-F369-B4A2-BE23-C1F090FBC5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C078DA-CFED-DE10-5001-5FEAC2DCC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058610-2B55-EDC5-400B-2053FF80C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08C755D-8DF9-3BC2-60F2-000E774EF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8335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8CDB32-A43D-F6B2-1936-39CF0E345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BB45366-2D7A-99E0-7814-952121B26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97ECD4-4E4B-5782-8714-5566B6F0C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BEA130-4C45-ECEF-9491-9615C000B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995033-B38F-2A22-56C5-9B60E0F49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9162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88FF6C-C7F2-562B-F16A-ABAAF2E13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90DA0A2-FE44-1A0D-66DF-CEF57A803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3CDBF8-F730-CD04-542C-829A3EDC8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3A8B74-059D-97F4-9C6E-953F339D2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E4107A3-9FC7-6BF2-B5CD-34CEDF3B9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6118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A523E6-E88D-FCDD-975A-52471D1BE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713CAFB-54DC-6220-77EB-256D3A2A3C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A75A562-3A97-9FBA-42E2-250C17A36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8E9677E-DAE6-CD2F-C5B9-E90E155BC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8B28530-41C0-B706-AD4E-968D063B5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524CB38-70FE-5089-40D9-6D3B6604A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7918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A8FEBD-3663-5048-1D28-27EAA3377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A202787-86F9-AE96-6FE1-01F3A40AF1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7965C0F-F062-92EB-715D-B4A825635D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D7CEF54-5DA2-0A7C-EDF4-B27A500B41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164E8EF-17FE-E750-5886-D7DA705DB5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0F67EAF-4FB8-C43F-8B18-A99E13757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E7C1BC5-ACF3-4105-A883-08E982621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374D4-CC1A-47FC-7391-C80942914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92490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B4543-678F-7F86-A69F-8EDBD1EF7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4A9AF0A-0AB2-D9DA-F095-0A02CDDB4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285BFA3-1A79-BA4E-3D82-49F75967D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1C905D-1C9E-BBCC-ECFA-DB37185FF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78869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753FA6C-C322-62F2-0FDC-226EA15BB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2C0F892-A81B-84E1-6C5A-4F25C72AC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A74607F-4F72-E064-071B-07E1C1EA6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5472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BABCC2-A34E-685D-DEC5-E5DA246D8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0F02DC8-4131-411B-A072-35AD6EDC3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F07DE2F-F1B9-4A88-A75E-F42A04F19F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5D9B571-A925-4C1C-0C7A-DE6813FB3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976E02E-9835-1D4A-94EE-5E7882EF3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D0F35D3-238C-8664-850E-5BB62BA53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95589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911F9C-E9B6-7A7C-85E7-1A71A3ABD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1486F4A-EAB9-1B43-2DA3-A2DF633E36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6D942E1-2A17-FD93-9FFC-8D706E5474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51FABE-D087-7E87-93FE-179EECD67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45BF9D-2AE6-5311-0F26-174C4212E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10CAC22-5D75-C9C1-35EF-E3ACEE2D6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2407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DD6CAC-AEE2-D642-5AE8-5DAEB1594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2B08BBE-C3AC-7770-BD8C-5F1BC0B98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0DCC07-5AAC-69FA-29CC-A2D5985B7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35C111-69F3-2947-C7ED-995DD35FD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83D157B-2A07-1DDF-B839-27E4425C6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6082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A88D885-926A-4CB9-A7F6-5047D59E62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A13C36E-7593-2B4D-F2B2-54A961658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A180C7A-1984-878E-5A2E-7E93D00B5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592392-ED86-0055-1187-5716A888A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7854CE0-B070-4B60-6A35-34CF95CB9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01401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09CE661-8580-C0A9-0572-547D12B64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0147003-7B48-7749-4B0F-83A7BD85B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FE3E717-E6D1-E7F4-6156-7D2E27B980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966772-983A-4876-B405-582A5C2BC421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057D91-9497-A815-0465-7C0E44A189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EC0EC3-2505-D811-7C5D-B8E82D609D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B608D-C4BA-451E-99B3-9C1F830AD8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1967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A52B1-7E23-2EB3-819C-9197D6EA5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FD2285-838D-9AC8-5F81-9E980DE3F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Repaso Día 6 (1ª parte)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59861F9-AAB3-01D6-1142-1AC3D5505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97666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s-ES" sz="2000" b="1"/>
              <a:t>Preguntas</a:t>
            </a:r>
          </a:p>
          <a:p>
            <a:r>
              <a:rPr lang="es-ES" sz="2000"/>
              <a:t>¿Qué es la tokenización de activos?</a:t>
            </a:r>
          </a:p>
          <a:p>
            <a:r>
              <a:rPr lang="es-ES" sz="2000"/>
              <a:t>¿Cuál es la diferencia entre un token que representa un activo real y un token nativo?</a:t>
            </a:r>
          </a:p>
          <a:p>
            <a:r>
              <a:rPr lang="es-ES" sz="2000"/>
              <a:t>¿Qué tipo de activos pueden tokenizarse además de los financieros?</a:t>
            </a:r>
          </a:p>
          <a:p>
            <a:r>
              <a:rPr lang="es-ES" sz="2000"/>
              <a:t>¿Qué significa que un token esté respaldado por un activo real?</a:t>
            </a:r>
          </a:p>
          <a:p>
            <a:r>
              <a:rPr lang="es-ES" sz="2000"/>
              <a:t>¿Qué beneficios ofrece la propiedad fraccionada?</a:t>
            </a:r>
          </a:p>
          <a:p>
            <a:r>
              <a:rPr lang="es-ES" sz="2000"/>
              <a:t>¿Qué ventajas ofrece la existencia de un mercado secundario para activos tokenizados?</a:t>
            </a:r>
          </a:p>
          <a:p>
            <a:r>
              <a:rPr lang="es-ES" sz="2000"/>
              <a:t>¿Qué papel cumplen los contratos inteligentes en la tokenización?</a:t>
            </a:r>
          </a:p>
          <a:p>
            <a:r>
              <a:rPr lang="es-ES" sz="2000"/>
              <a:t>¿Qué beneficio aporta la eliminación de intermediarios en la distribución de activos digitales?</a:t>
            </a:r>
          </a:p>
          <a:p>
            <a:r>
              <a:rPr lang="es-ES" sz="2000"/>
              <a:t>¿Por qué la tokenización puede aumentar la liquidez de ciertos activos?</a:t>
            </a:r>
          </a:p>
          <a:p>
            <a:r>
              <a:rPr lang="es-ES" sz="2000"/>
              <a:t>¿Cómo mejora la accesibilidad la tokenización en DLT?</a:t>
            </a:r>
          </a:p>
          <a:p>
            <a:r>
              <a:rPr lang="es-ES" sz="2000"/>
              <a:t>¿Qué ventaja aporta la transparencia de las DLT?</a:t>
            </a:r>
          </a:p>
          <a:p>
            <a:r>
              <a:rPr lang="es-ES" sz="2000"/>
              <a:t>¿Qué significa DvP (Delivery versus Payment) en el contexto de la tokenización?</a:t>
            </a:r>
          </a:p>
          <a:p>
            <a:r>
              <a:rPr lang="es-ES" sz="2000"/>
              <a:t>¿Por qué las transacciones atómicas son importantes en la liquidación de activos tokenizados?</a:t>
            </a:r>
          </a:p>
          <a:p>
            <a:r>
              <a:rPr lang="es-ES" sz="2000"/>
              <a:t>Nombra dos ventajas competitivas de usar blockchain para emitir activos financieros.</a:t>
            </a:r>
          </a:p>
        </p:txBody>
      </p:sp>
    </p:spTree>
    <p:extLst>
      <p:ext uri="{BB962C8B-B14F-4D97-AF65-F5344CB8AC3E}">
        <p14:creationId xmlns:p14="http://schemas.microsoft.com/office/powerpoint/2010/main" val="2970894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41F8C-2A18-6B3F-2876-0C823CB82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5D1DED-1277-33BC-A3C4-0A04C283C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Repaso Día 6 (2ª parte)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F25C3F7-C7B3-3957-8D3C-443FA95E027A}"/>
              </a:ext>
            </a:extLst>
          </p:cNvPr>
          <p:cNvSpPr txBox="1"/>
          <p:nvPr/>
        </p:nvSpPr>
        <p:spPr>
          <a:xfrm>
            <a:off x="900838" y="1636514"/>
            <a:ext cx="47017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¿Qué motivó a los bancos centrales a desarrollar las CBDCs?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¿Qué ventajas ofrecen las CBDCs frente al dinero tradicional?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¿Qué riesgos puede tener un acceso directo de los ciudadanos al dinero del banco central?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¿Por qué la interoperabilidad es clave en los pagos internacionales con CBDCs?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¿Cómo pueden las CBDCs mejorar la eficiencia de la política monetaria?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¿Qué riesgos en términos de privacidad implica una trazabilidad total del dinero?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¿Qué prioridad destacó la consulta pública del BCE sobre el euro digital?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¿En qué fase se encuentra actualmente el proyecto del euro digital?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5BB88E3-AF9A-2A93-1252-96410F7588F6}"/>
              </a:ext>
            </a:extLst>
          </p:cNvPr>
          <p:cNvSpPr txBox="1"/>
          <p:nvPr/>
        </p:nvSpPr>
        <p:spPr>
          <a:xfrm>
            <a:off x="6175430" y="1636514"/>
            <a:ext cx="500659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¿Quién realiza las funciones de KYC en el modelo de Euro Digital y por qué?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¿Cómo se garantiza la equivalencia 1:1 entre tokens y dinero fiat en Fnality?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¿Qué características destacan del yuan digital en cuanto a adopción y uso?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¿Cómo afectaba el onboarding a los tipos de cuenta del Yuan Digital?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¿Qué diferencia principal hay entre stablecoins privadas, dinero tokenizado bancario y CBDCs?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¿Cuál es el objetivo del proyecto Fnality y qué problema intenta resolver?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¿Cómo se realiza el proceso de “funding” y “defunding” en Fnality?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/>
              <a:t>¿Qué ventajas ofrece Fnality en términos de liquidez, riesgo y velocidad de liquidación?</a:t>
            </a:r>
          </a:p>
        </p:txBody>
      </p:sp>
    </p:spTree>
    <p:extLst>
      <p:ext uri="{BB962C8B-B14F-4D97-AF65-F5344CB8AC3E}">
        <p14:creationId xmlns:p14="http://schemas.microsoft.com/office/powerpoint/2010/main" val="28426979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420</Words>
  <Application>Microsoft Office PowerPoint</Application>
  <PresentationFormat>Panorámica</PresentationFormat>
  <Paragraphs>33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Tema de Office</vt:lpstr>
      <vt:lpstr>Repaso Día 6 (1ª parte)</vt:lpstr>
      <vt:lpstr>Repaso Día 6 (2ª parte)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Javier Nieto</dc:creator>
  <cp:lastModifiedBy>Javier Nieto</cp:lastModifiedBy>
  <cp:revision>1</cp:revision>
  <dcterms:created xsi:type="dcterms:W3CDTF">2026-03-18T22:00:45Z</dcterms:created>
  <dcterms:modified xsi:type="dcterms:W3CDTF">2026-03-18T22:07:08Z</dcterms:modified>
</cp:coreProperties>
</file>