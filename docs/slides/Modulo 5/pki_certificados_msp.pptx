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5: Identidad Digital — Profundizacion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Identidades en Fabric:</a:t>
            </a:r>
            <a:br/>
            <a:r>
              <a:t>PKI, Certificados, CAs y MSP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De la criptografía asimetrica al control de acceso en consorcios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Lo que vas a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¿Qué es un certificado y para qué sirve?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¿Quién es la autoridad certificadora (CA) y por qué confiamos en ella?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¿Qué es un certificado raíz y qué significa la cadena de confianza?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¿Por qué Fabric usa DOS CAs distintas (identidad y TLS)?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¿Qué es el MSP y cómo se materializa físicamente?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¿Cómo se valida una transaccion paso a paso?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1. ¿Qué es un certificado?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Criptografía asimetrica + identidad firmada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Repaso: criptografía asimetrica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usuario tiene un par de claves criptograficamente ligadas: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Clave privada — secreta, nunca se comparte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Clave pública — derivada de la privada, se comparte libremente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Propiedades: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 cifrado con la pública solo se descifra con la privada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 firmado con la privada se verifica con la pública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 la pública NO se puede deducir la privada (en tiempo razonable)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Ejemplo cotidiano: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DNI electrónico, certificado de firma de la FNMT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TLS de las webs (https://) usa exactamente este mismo principio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Problema: ¿como sabemos a quién pertenece una clave pública?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Cualquiera puede generar un par de claves y reclamar ser quien quiera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Alice genera claves y dice 'soy el Banco Santander', ¿quién la cree?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Necesitamos un mecanismo para asociar una clave pública con una identidad real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solución: una entidad de confianza firma esa asociación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Esa firma se materializa en un documento llamado 'certificado'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certificado X.509: definicion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certificado es un documento digital firmado que ASOCIA: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Una identidad (nombre, email, organizacion, atributos)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Una clave pública (la del titular)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 periodo de validez (fecha de inicio y caducidad)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 identificador unico (serial number)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Y todo eso firmado por una autoridad de confianza (la CA)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X.509 es el estandar internacional (RFC 5280) que define el formato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 lo que usa toda Internet: TLS/HTTPS, DNI electronico, Fabric, Bitcoin (parcialmente)...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Estructura de un certificado X.509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Subject: a quien identifica (CN=peer0.org1, O=Org1)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Issuer: quién lo emite (la CA)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Validity: desde cuando hasta cuando es valido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Subject Public Key: la clave pública del titular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Extensions: atributos custom, SANs (alt names), Key Usage...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Signature: firma de la CA sobre todo lo anterior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firma de la CA es lo que da validez al certificado.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firma valida, el certificado no vale nada.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Anatomía de un certificado X.509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cuadro con campos del cert (Subject, Issuer, Public Key, Validity, Extensions) y al final la firma de la CA aplicada sobre el hash del resto]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Detailed visual diagram of an X.509 certificate structure showing: Subject, Issuer, Validity dates, Subject Public Key, Extensions, and at the bottom the CA Signature applied over a hash of all the previous fields. Arrow from CA private key to the signature. Clean technical illustration, blue and gray colors.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2. La Autoridad Certificadora (CA)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Quién emite los certificados y por qué confiamos en ella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¿Qué es una CA?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Certificate Authority — autoridad que emite certificados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 la entidad que firma los certificados de los usuarios finales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Su firma es lo que convierte un par de claves en una identidad reconocida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Analogía: el registro civil emite los DNIs. Su sello hace que un DNI sea valido.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esa autoridad, cualquiera podria fabricar su propio 'DNI' y nadie lo creeria.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Tipos de CA según ámbito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 publicas (mundo abierto):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Let's Encrypt, DigiCert, GlobalSign, Sectigo...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Su raíz esta preinstalada en navegadores y sistemas operativos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Cualquiera puede pedir un cert (con verificación)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Caso: HTTPS de tu web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 privadas (organizaciones internas):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Una empresa monta su propia CA para certificados internos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VPN, intranet, sistemas internos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Solo sus empleados confian en esa CA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 de consorcio (entre orgs que se conocen):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Cada miembro del consorcio opera SU propia CA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Las orgs intercambian sus certs raíz publicos para confiar mutuamente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Caso: Hyperledger Fabric (Fabric CA)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¿Por qué confiamos en una CA?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Por una de tres razones: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Tecnológicamente: la firma criptografica es matematicamente verificable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Pero la decision de confiar en CA es una decision HUMANA, no técnica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Problema clave: si la CA es comprometida...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atacante puede emitir certificados falsos firmados por la CA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Esos certificados son técnicamente validos — pasan la verificación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Pueden suplantar identidades, firmar transacciones fraudulentas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Caso real: en 2011 hackearon DigiNotar (una CA de Holanda)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emitieron certs falsos de google.com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se usaron para espiar a usuarios iranies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DigiNotar quebro y fue eliminada de los navegadores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Por eso la clave privada de la CA es el activo MAS critico.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produccion seria, suele estar offline (HSM, bovedas) y se usa lo minimo posible.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3. Certificado raíz y cadena de confianza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El árbol de la confianza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¿Qué es un certificado raíz?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 el certificado original de la CA — la 'raíz' del árbol de confianza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Característica única: es AUTO-FIRMADO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el Subject y el Issuer son la misma entidad (la CA)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es el unico cert que no necesita otro cert por encima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Otros nombres: root cert, trust anchor (ancla de confianza), CA cert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 el punto de partida de toda la cadena. Si confias en el raíz,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puedes confiar en todo lo que de el deriva.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árbol de certificados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 jerarquico de árbol: Cert Raíz arriba, certs intermedios en el medio, certs de usuarios al final, con flechas mostrando 'firma a' de arriba abajo]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Hierarchical tree diagram of a certificate trust chain. At the top: Root CA cert (red). Middle layer: 2 Intermediate CA certs. Bottom layer: 4-5 end-user certs (peers, users). Arrows from top to bottom labeled 'signs'. Clean technical diagram.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Cadena de confianza (chain of trust)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 la secuencia de certificados que conecta a un titular con la raíz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cert es firmado por el cert que esta encima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Para validar, recorres la cadena hasta llegar al raíz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Ejemplo de validación de un cert de Alice: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Validación paso a paso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Tienes el cert de Alice y quieres validarlo: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¿La firma del cert de Alice es valida usando la clave pública del Intermedio 1?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¿La firma del cert del Intermedio 1 es valida usando la clave pública del Raíz?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¿Conoces el cert Raíz? ¿Esta en tu lista de certs de confianza?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todas las respuestas son SI -&gt; el cert de Alice es valido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alguna falla -&gt; el cert se rechaza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Importante: el verificador SOLO necesita tener el cert RAIZ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no necesita tener todos los certs de Alice, Bob, Carlos, etc.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¿Por qué hay certs intermedios?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Para PROTEGER el cert raíz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raíz es el activo mas crítico — comprometerlo seria catastrofico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Solucion: el raíz emite un cert intermedio y se guarda offline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intermedio es el que esta online y emite los certs de usuarios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comprometen el intermedio: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Se revoca y se emite uno nuevo desde el raíz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Solo afecta a los certs emitidos por ese intermedio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comprometieran el raíz: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Hay que regenerar TODA la cadena, todos los miembros vuelven a empezar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Por eso en producción seria es habitual ver cadenas de 2-3 niveles.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En Fabric con cryptogen vs producción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Cryptogen (desarrollo y aula):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Una sola CA raíz por org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Esa raíz firma directamente todos los certs (peers, admins, users)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Sin intermedios — cadena de 1 nivel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Simple pero menos seguro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Producción seria: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 raíz offline en HSM o bóveda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 intermedia online, firma certs de usuarios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Cadena tipica de 2-3 niveles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comprometen el intermedio, se revoca sin afectar a la raíz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TREASURE HUNT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El día que se rompio la confianza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2011, una CA holandesa fue hackeada y emitio cientos de certificados falsos.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Entre ellos un cert de google.com que se uso para espiar a 300.000 usuarios iranies.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daño fue tal que la CA quebro y fue eliminada de la lista de CAs de confianza.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Misión: investigar y responder: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¿Como se llamaba esa CA holandesa?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¿Cuantos certificados falsos emitieron exactamente?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¿Que medidas tomaron Mozilla, Microsoft y Google despues del hack?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4. ¿Que es 'Certificate Transparency' y como surgio como respuesta a este caso?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Tiempo: 15 minutos. Es un caso fascinante de seguridad informatica.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Treasure Hunt: respuestas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La CA se llamaba DigiNotar — una empresa holandesa que tambien emitia certs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para el gobierno de Paises Bajos (PKIoverheid).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Emitieron al menos 531 certificados fraudulentos. Entre ellos: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*.google.com, *.facebook.com, *.skype.com, *.cia.gov, *.mozilla.org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Mozilla, Microsoft y Google retiraron a DigiNotar de sus stores de confianza.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El gobierno holandes intervino la empresa, que quebro en septiembre 2011.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Certificate Transparency (CT) es un sistema publico donde TODAS las CAs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deben registrar los certificados que emiten en logs publicos auditables.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Si una CA emite un cert sospechoso, cualquiera lo detecta. Surgio en 2013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directamente como respuesta al caso DigiNotar y otros similares.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4. Las dos CAs de Fabric:</a:t>
            </a:r>
            <a:br/>
            <a:r>
              <a:t>identidad y TLS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Por qué se separan y qué consecuencias tiene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Dos problemas, dos soluciones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Fabric (y en muchos sistemas) hay dos preguntas a resolver: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Problema 1 — Identidad: ¿quién firmo esta transacción?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Problema 2 — Comunicacion: ¿esta conexion es segura y entre quién?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problema requiere su propia infraestructura criptografica: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Identidad → CA de identidad y certificados de identidad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Comunicación → TLS CA y certificados TLS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Comparativa: CA de identidad vs TLS 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 de identidad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TLS CA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¿Qué autoriza?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Quién firma transacciones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Quién abre conexiones de 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¿Donde actua?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 de aplicacion (chaincode, lifecycle)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 de transporte (gRPC + TLS)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¿Quién la usa?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Peers, admins, usuarios firmando datos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Peers y orderers cifrando comunicacion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¿En que carpeta del MSP?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cacerts/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tlscacerts/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¿Qué pasa si la comprometen?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CATASTROFE — emiten transacciones falsas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Grave — pueden interceptar conexiones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Frecuencia de 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Cada transaccion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Cada conexion gRPC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Analogía: la carta firmada en sobre certificado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Imaginate enviar una carta importante: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 de identidad → tu firma manuscrita validada por notario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Garantiza que TU has escrito esa carta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Sin firma, cualquiera podria haberla escrito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TLS CA → el sobre cerrado y certificado por correos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Garantiza que la carta llega cerrada al destinatario correcto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Sin sobre, cualquiera la lee por el camino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Las dos cosas son necesarias y resuelven problemas distintos.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Una carta firmada en sobre abierto -&gt; cualquiera la lee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Una carta sin firmar en sobre cerrado -&gt; ¿quién la escribio?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¿Por qué separar las dos CAs?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Aislamiento de daños — si comprometen una, la otra sigue protegiendo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Diferentes ciclos de vida — los TLS rotan mas a menudo que los de identidad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Diferentes politicas de gestion: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 de identidad: offline, en boveda, uso minimo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TLS CA: online, accesible para emitir/renovar TLS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Diferentes responsables: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 de identidad: equipo de seguridad / compliance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TLS CA: equipo de operaciones / DevOps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Flujo de una transaccion: dónde actúa cada 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Cuando un peer del Hotel envia una transaccion al peer de la Cafeteria: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Conexion TCP segura (TLS):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El peer Hotel se conecta al peer Cafeteria por gRPC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Se establece TLS — los certificados TLS se validan con TLS CA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Si el cert TLS no esta firmado por una TLS CA conocida -&gt; conexion rechazada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Envio de transaccion firmada (identidad):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El peer Hotel firma la transaccion con su clave privada de identidad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El peer Cafeteria valida la firma con la CA de identidad del Hotel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Si la firma no es valida -&gt; transaccion rechazada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las dos CAs, la transaccion no llega o no se valida.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Las dos capas de seguridad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dos capas apiladas. Capa inferior 'TLS / transporte' con sus certs TLS. Capa superior 'identidad / firma' con sus certs de identidad. Mensaje pasando por ambas capas]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Layered security diagram showing two stacked security layers: bottom layer 'TLS Transport' with TLS certificates handling encryption, top layer 'Identity Signing' with identity certificates handling authentication. A message flows through both layers. Clean technical illustration.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5. El MSP en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Membership Service Provider — la pieza que conecta todo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¿Qué es el MSP?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MSP = Membership Service Provider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 el componente de Fabric que responde 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¿Esta identidad pertenece a esta organización?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¿Que tipo de identidad es (peer, admin, client, orderer)?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¿Tiene los atributos necesarios para esta operacion?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Físicamente: una CARPETA con varios archivos de certificados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Lógicamente: la 'guia' que dice quién puede hacer qué en la red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Estructura del MSP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msp/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cacerts/             — Cert raíz de la CA de identidad de la org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tlscacerts/          — Cert raíz de la TLS CA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keystore/            — Clave privada de ESTA identidad (privado)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signcerts/           — Cert público de ESTA identidad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intermediatecerts/   — Certs intermedios de la CA (opcional)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crls/                — Listas de revocacion (opcional)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config.yaml          — Configuracion de NodeOUs (roles)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Dos tipos de MSP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MSP de identidad (Local MSP):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Representa a UN nodo o usuario concreto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Tiene clave privada en keystore/ (la del propio nodo)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Ubicacion: peers/peer0.../msp/, users/Admin@.../msp/, etc.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 usa el peer/admin/user para firmar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MSP de organización (Channel MSP):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Representa a la ORGANIZACION en su conjunto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tiene clave privada — solo certs raíz publicos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Ubicacion: org1.example.com/msp/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 lo que se referencia en configtx.yaml (campo MSPDir)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 usan los demas peers para validar a miembros de esta org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config.yaml: NodeOUs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Define cómo se identifican los TIPOS de identidad dentro de una org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Hay 4 tipos estándar: client, peer, admin, orderer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tipo se identifica por una OU (Organizational Unit) en el cert X.509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NodeOUs, todos los miembros de la org son iguales — no hay distincion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entre admins y usuarios normales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 NodeOUs, el chaincode puede saber si quien le habla es un cliente, un peer,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un admin o un orderer, y aplicar permisos diferentes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Por eso en cryptogen ponemos: EnableNodeOUs: true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Estructura completa del MSP en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a la izquierda el árbol de carpetas del MSP. A la derecha qué hace cada subcarpeta. Conexiones entre los certs y la CA raíz]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Detailed file tree diagram showing the complete MSP folder structure on the left side: cacerts, tlscacerts, keystore, signcerts, intermediatecerts, crls, config.yaml. On the right side, brief descriptions of what each folder contains and its purpose. Connecting arrows showing how certs relate to the CA root.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6. Cómo se valida una transacción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El flujo completo paso a paso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Setup previo (lo que ya esta en su sitio)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Antes de cualquier transaccion, en el canal hay configurado: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MSP de Org1 con su cert raíz de identidad y de TLS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MSP de Org2 con sus certs raíz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MSP del Orderer con sus certs raíz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peer tiene SUS claves privadas y SU MSP local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Las orgs YA se han intercambiado los certs raíz publicos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Flujo: Alice (Hotel) emite puntos a un cliente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Alice crea la propuesta de transaccion en su app cliente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La app firma la propuesta con la clave privada de Alice (identidad)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La app abre conexion TLS al peer del Hotel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El peer Hotel recibe la propuesta: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TLS valida la conexion TCP usando TLS CA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Verifica firma de Alice usando MSP del Hotel (CA de identidad)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Comprueba que Alice tiene rol 'admin' (NodeOU + atributos)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El peer Hotel ejecuta el chaincode (simulacion)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El peer Hotel firma la respuesta con SU clave privada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La app envia la propuesta endorsada al orderer: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8. El orderer ordena en bloques y los distribuye a todos los peers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Conexion TLS con orderer (validada con TLS CA del Orderer)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Orderer verifica las firmas de los endorsers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9. Cada peer valida el bloque: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Conexion TLS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Cuántas verificaciones hay en una transacción?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Por cada propuesta de transaccion que llega a un peer: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Validacion del TLS de la conexion → TLS CA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Validacion del cert de identidad de quien envia → CA de identidad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Verificacion de la firma de la transaccion → clave publica del firmante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Verificacion de cada firma de endorsement (por org) → CA de cada org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Verificacion del cert del orderer cuando llega el bloque → TLS CA del orderer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Sumando: 4-6 verificaciones criptograficas por transaccion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una usa una CA distinta (TLS o identidad) y tarda microsegundos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Por eso el rendimiento de Fabric depende mucho de la CPU y de la rapidez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con la que valida firmas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CULTURA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Whitfield Diffie y Martin Hellman: los padres de la cripto moderna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1976, Diffie y Hellman publicaron 'New Directions in Cryptography'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Inventaron el concepto de criptografía de clave PUBLICA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Hasta ese momento, toda la cripto era simetrica — necesitabas compartir la clave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Su idea revoluciono todo: comunicación segura entre desconocidos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Diffie-Hellman no existiria: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HTTPS (cada vez que entras en una web)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Cualquier cert X.509 (incluido los de Fabric)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Bitcoin, Ethereum, Hyperledger, blockchain en general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— Las firmas digitales tal como las conocemos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Recibieron el Premio Turing en 2015 (el Nobel de informatica) por este trabajo.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Curiosidad: el algoritmo RSA llego un año despues (1977) basandose en sus ideas.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Debate: PKI y consorcios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En un consorcio Fabric, ¿quién deberia operar las CAs? ¿Cada org la suya, una neutra, ambas?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Si comprometen la CA del Hotel, ¿que pueden hacer los atacantes en la red? ¿Y si comprometen la TLS CA?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¿Es razonable que la clave privada de la CA raíz se almacene en una boveda fisica con HSM? ¿O es excesivo?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Si una org abandona el consorcio, ¿que pasa con los certs que emitio? ¿Como se invalidan?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¿Tiene sentido que Fabric soporte certificados intermedios cuando la mayoria de proyectos no los usa?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Quién deberia operar las CAs: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Cada org SU propia CA — es la solucion estandar y mas autonoma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Una CA central neutral seria mas simple pero crea un punto de fallo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 habitual: cada org opera la suya y se intercambian certs raíz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orderer puede tener su propia CA dedicada (para mayor aislamiento)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Si comprometen la CA del Hotel: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Atacantes pueden emitir certs falsos firmados por la CA del Hotel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Pueden firmar transacciones como si fueran cualquier miembro del Hotel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Pueden suplantar al admin del Hotel y aprobar chaincodes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comprometen la TLS CA: pueden interceptar conexiones (MITM)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— pero NO pueden firmar transacciones validas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— el daño es mucho menor pero hay que rotar igualmente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CA raíz en boveda con HSM: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 absolutamente razonable, no excesivo, en proyectos serios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HSM evitan que la clave salga del hardware (ni siquiera el admin la ve)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Coste: ~10-30k EUR por HSM, pero protege un activo de millones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aula no usamos HSM — pero hay que saberlo para el dia que se haga real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Org que abandona el consorcio — que hacer con sus certs: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Tecnicamente: no se pueden borrar los datos del ledger (inmutabilidad)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 que se hace: revocar todos los certs emitidos por su CA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Generar nueva CRL (Certificate Revocation List) y distribuirla a los MSPs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Eliminar la org del MSP del canal (config update)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Sus transacciones historicas siguen siendo verificables (eran validas en su momento)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Pero NO puede emitir nuevas transacciones — su MSP ya no esta en el canal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¿Tiene sentido los certs intermedios en Fabric?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Si, tiene mucho sentido en producción seria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Permite mantener la raíz offline y proteger el activo mas critico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comprometen el intermedio, lo revocas y emites otro sin tocar la raíz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cryptogen no se usa por simplicidad (cadena de 1 nivel)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Fabric CA si lo soporta nativamente — config 'intermediate CA mode'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En proyectos enterprise serios es la norma, no la excepcion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Inspeccionar un certificado X.509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Ejercicio practico para fijar conceptos.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Usa la red FidelityChain levantada (o cualquier red Fabric)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Localiza un cert de un peer: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$HOME/proyecto-fidelitychain/network/crypto-config/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peerOrganizations/hotel.fidelitychain.com/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peers/peer0.../msp/signcerts/cert.pem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Inspecciona el cert con openssl: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openssl x509 -in cert.pem -text -noout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Identifica: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- Subject: ¿quién es el titular?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- Issuer: ¿quién lo emitio? ¿Coincide con la CA raíz de la org?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- Validity: ¿cuando caduca?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- Subject Alternative Names: ¿estan los hostnames y SANs correctos?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- Public Key: ¿que algoritmo usa? (ECDSA, P-256...)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Compara con el cert raíz (cacerts/ca-cert.pem). ¿En que se parecen y diferencian?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Tiempo: 30 minutos. Trabajar en parejas.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¿Que es un certificado X.509 y que campos tiene?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¿Que es una CA y por que confiamos en ella?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¿Que es un cert raíz y por que se llama raíz?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¿Que es la cadena de confianza y para que sirve?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¿Por que Fabric usa dos CAs distintas? Nombra cada una y su funcion.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¿Que es un MSP? Tipos y estructura de carpetas.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7. ¿Que son los NodeOUs y para que sirven?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8. ¿Cuantas verificaciones criptograficas hay en una transaccion?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Certificado X.509: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Documento digital firmado que asocia identidad + clave publica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Campos: Subject, Issuer, Public Key, Validity, Extensions, Signature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Estandar internacional definido en RFC 5280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CA y por qué confiamos: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Certificate Authority — autoridad que emite certs firmandolos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Confiamos por: presencia en stores oficiales (publicas), acuerdos comerciales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o decision interna del consorcio (privadas/Fabric)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Cert raíz: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Cert auto-firmado al inicio del arbol de confianza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Subject e Issuer son la misma entidad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tiene cert por encima — es el ancla de confianza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Cadena de confianza: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Secuencia de certs desde un cert hasta la raiz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Cada cert firmado por el de arriba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Para validar: recorrer la cadena hasta llegar a un raíz conocido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Las dos CAs de Fabric: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 de identidad — quien firma transacciones (capa aplicacion)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TLS CA — quien establece conexiones (capa transporte)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Estan separadas por seguridad y aislamiento de daños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MSP — Membership Service Provider: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Carpeta con certs que define quién pertenece a una org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Tipos: Local MSP (un nodo/usuario, con clave privada) y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     Channel MSP (la org en si, sin clave privada)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Estructura: cacerts/, tlscacerts/, keystore/, signcerts/, etc.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NodeOUs: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Organizational Units que distinguen tipos de identidad: client, peer, admin, orderer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Permiten al chaincode aplicar permisos diferentes a cada tipo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 activan con EnableNodeOUs: true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8. Verificaciones criptograficas en una transaccion: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TLS de la conexion (TLS CA)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Cert de identidad del firmante (CA de identidad)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Firma de la transaccion (clave publica del firmante)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Firma de cada endorsement (CA de cada org)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Cert TLS del orderer (TLS CA del orderer)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Total: 4-6 verificaciones por transaccion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Lo que ya sabes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Has entendido la base de identidad en Fabric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Resumen ejecutivo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PKI: la criptografia asimetrica + certificados firmados por una CA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CA: la autoridad cuya firma da validez a los certificados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Cert raíz: el ancla de confianza, auto-firmada, en la cima del arbol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Cadena de confianza: la secuencia firma-firma desde un cert hasta el raíz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Fabric usa DOS CAs separadas: identidad (firmar transacciones) y TLS (cifrar comunicacion)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MSP: la carpeta de certs que define una identidad o una organizacion en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NodeOUs: distinguen tipos de identidad (client, peer, admin, orderer)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transaccion implica 4-6 verificaciones criptograficas — Fabric esta optimizado para ello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Ya tienes la base para entender Fabric CA, MSPs, lifecycle y operaciones avanzadas.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