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58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Diseno de Chaincodes:</a:t>
            </a:r>
            <a:br/>
            <a:r>
              <a:t>Patrones y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2 - Anatomia, modelado de datos y patrones CRUD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¿Cual es la principal diferencia entre tokens en Ethereum y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las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el modelo UTXO?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¿Por que Fabric no tiene moneda nativa?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un chaincode en Fabric?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es un programa que se ejecuta en los peers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Equivalente a un Smart Contract, pero con diferencias importantes: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 despliega a traves del lifecycle (no con una transaccion como en EVM)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paga gas: el coste es operativo, no transaccional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Accede al World State via Stub API, no a storage slots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puede contener MULTIPLES contratos (clases)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empaqueta como un contenedor Docker independiente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ejecuta en un entorno aislado del peer (sandbox)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Lenguajes soportados: Go, Node.js, Java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Chaincode vs Smart Contract: terminologia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Smart Contract = 1 direccion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Solidity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con una transaccion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por todos los nodos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storage slots (mapping)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Inmutable una vez desplegado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(salvo patron proxy)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Fabric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Chaincode = N contratos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Go / Node.js / Java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via lifecycle (approve + commit)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solo por endorsing peers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World State (key-value)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Actualizable via lifecycle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(nueva version, misma politica)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struct + Contract API + main()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package main</a:t>
            </a:r>
            <a:br/>
            <a:br/>
            <a:r>
              <a:t>import (</a:t>
            </a:r>
            <a:br/>
            <a:r>
              <a:t>    "github.com/hyperledger/fabric-contract-api-go/contractapi"</a:t>
            </a:r>
            <a:br/>
            <a:r>
              <a:t>)</a:t>
            </a:r>
            <a:br/>
            <a:br/>
            <a:r>
              <a:t>// SmartContract proporciona las funciones del chaincode</a:t>
            </a:r>
            <a:br/>
            <a:r>
              <a:t>type SmartContract struct {</a:t>
            </a:r>
            <a:br/>
            <a:r>
              <a:t>    contractapi.Contract</a:t>
            </a:r>
            <a:br/>
            <a:r>
              <a:t>}</a:t>
            </a:r>
            <a:br/>
            <a:br/>
            <a:r>
              <a:t>// InitLedger inicializa el ledger con datos de ejemplo</a:t>
            </a:r>
            <a:br/>
            <a:r>
              <a:t>func (s *SmartContract) InitLedger(ctx contractapi.TransactionContextInterface) error {</a:t>
            </a:r>
            <a:br/>
            <a:r>
              <a:t>    // Logica de inicializacion aqui</a:t>
            </a:r>
            <a:br/>
            <a:r>
              <a:t>    return nil</a:t>
            </a:r>
            <a:br/>
            <a:r>
              <a:t>}</a:t>
            </a:r>
            <a:br/>
            <a:br/>
            <a:r>
              <a:t>func main() {</a:t>
            </a:r>
            <a:br/>
            <a:r>
              <a:t>    chaincode, err := contractapi.NewChaincode(&amp;SmartContract{})</a:t>
            </a:r>
            <a:br/>
            <a:r>
              <a:t>    if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    if err := chaincode.Start();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clase que extiende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'use strict';</a:t>
            </a:r>
            <a:br/>
            <a:br/>
            <a:r>
              <a:t>const { Contract } = require('fabric-contract-api');</a:t>
            </a:r>
            <a:br/>
            <a:br/>
            <a:r>
              <a:t>class AssetContract extends Contract {</a:t>
            </a:r>
            <a:br/>
            <a:br/>
            <a:r>
              <a:t>    async InitLedger(ctx) {</a:t>
            </a:r>
            <a:br/>
            <a:r>
              <a:t>        // Logica de inicializacion aqui</a:t>
            </a:r>
            <a:br/>
            <a:r>
              <a:t>        const assets = [</a:t>
            </a:r>
            <a:br/>
            <a:r>
              <a:t>            { ID: 'asset1', Owner: 'Alice', Value: 100 },</a:t>
            </a:r>
            <a:br/>
            <a:r>
              <a:t>            { ID: 'asset2', Owner: 'Bob',   Value: 200 },</a:t>
            </a:r>
            <a:br/>
            <a:r>
              <a:t>        ];</a:t>
            </a:r>
            <a:br/>
            <a:r>
              <a:t>        for (const asset of assets) {</a:t>
            </a:r>
            <a:br/>
            <a:r>
              <a:t>            await ctx.stub.putState(asset.ID,</a:t>
            </a:r>
            <a:br/>
            <a:r>
              <a:t>                Buffer.from(JSON.stringify(asset)));</a:t>
            </a:r>
            <a:br/>
            <a:r>
              <a:t>        }</a:t>
            </a:r>
            <a:br/>
            <a:r>
              <a:t>    }</a:t>
            </a:r>
            <a:br/>
            <a:br/>
            <a:r>
              <a:t>    async ReadAsset(ctx, id) {</a:t>
            </a:r>
            <a:br/>
            <a:r>
              <a:t>        const assetJSON = await ctx.stub.getState(id);</a:t>
            </a:r>
            <a:br/>
            <a:r>
              <a:t>        if (!assetJSON || assetJSON.length === 0) {</a:t>
            </a:r>
            <a:br/>
            <a:r>
              <a:t>            throw new Error(`Asset ${id} does not exist`);</a:t>
            </a:r>
            <a:br/>
            <a:r>
              <a:t>        }</a:t>
            </a:r>
            <a:br/>
            <a:r>
              <a:t>        return assetJSON.toString();</a:t>
            </a:r>
            <a:br/>
            <a:r>
              <a:t>    }</a:t>
            </a:r>
            <a:br/>
            <a:r>
              <a:t>}</a:t>
            </a:r>
            <a:br/>
            <a:br/>
            <a:r>
              <a:t>module.exports = AssetContract;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contexto de transaccion (ctx)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funcion del chaincode recibe un ctx (TransactionContext)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traves de ctx accedes 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 - la Stub API para leer/escribir el World State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 - identidad del cliente que invoca (cert X.509)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ctx.GetStub().GetTxID() - ID unico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ctx.GetStub().GetTxTimestamp() - timestamp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ctx.GetStub().SetEvent() - emitir eventos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ctx es tu puerta de entrada a todo el estado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Nunca accedas al filesystem o a la red desde un chaincode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Stub API: operaciones sobre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GetState(key) - Leer un valor por su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PutState(key, value) - Escribir o actualizar un 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DelState(key) - Eliminar una clave (borrado logico del state)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GetStateByRange(startKey, endKey) - Rango de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GetQueryResult(query) - Rich query (solo CouchDB)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GetStateByPartialCompositeKey(objectType, attrs) - Buscar por clave compuesta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GetHistoryForKey(key) - Historial de cambios de una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PutState no escribe inmediatamente. Los cambios se aplican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solo si la transaccion es validada y committeada por los peers.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Composite Keys: claves compuestas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Permiten crear claves estructuradas para busquedas eficientes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construyen con CreateCompositeKey(objectType, attributes[])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objectType actua como 'tabla' y los attributes como indices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clave para un activo de un propietario: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CreateCompositeKey("asset", []string{"org1", "warehouse", "LOT-001"})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Resultado: \x00asset\x00org1\x00warehouse\x00LOT-001\x00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pueden buscar por prefijo con GetStateByPartialCompositeKey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Muy utiles para relaciones 1:N (propietario -&gt; activos)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Composite Keys: ejemplo practico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Crear una clave compuesta para un activo</a:t>
            </a:r>
            <a:br/>
            <a:r>
              <a:t>func (s *SmartContract) CreateAsset(ctx contractapi.TransactionContextInterface,</a:t>
            </a:r>
            <a:br/>
            <a:r>
              <a:t>    owner string, assetType string, id string, value int) error {</a:t>
            </a:r>
            <a:br/>
            <a:br/>
            <a:r>
              <a:t>    // Clave compuesta: permite buscar por owner o por type</a:t>
            </a:r>
            <a:br/>
            <a:r>
              <a:t>    key, err := ctx.GetStub().CreateCompositeKey("asset",</a:t>
            </a:r>
            <a:br/>
            <a:r>
              <a:t>        []string{owner, assetType, id})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asset := Asset{ID: id, Owner: owner, Type: assetType, Value: value}</a:t>
            </a:r>
            <a:br/>
            <a:r>
              <a:t>    assetJSON, _ := json.Marshal(asset)</a:t>
            </a:r>
            <a:br/>
            <a:r>
              <a:t>    return ctx.GetStub().PutState(key, assetJSON)</a:t>
            </a:r>
            <a:br/>
            <a:r>
              <a:t>}</a:t>
            </a:r>
            <a:br/>
            <a:br/>
            <a:r>
              <a:t>// Buscar todos los activos de un propietario</a:t>
            </a:r>
            <a:br/>
            <a:r>
              <a:t>func (s *SmartContract) GetAssetsByOwner(ctx contractapi.TransactionContextInterface,</a:t>
            </a:r>
            <a:br/>
            <a:r>
              <a:t>    owner string) ([]*Asset, error) {</a:t>
            </a:r>
            <a:br/>
            <a:br/>
            <a:r>
              <a:t>    iterator, err := ctx.GetStub().GetStateByPartialCompositeKey("asset",</a:t>
            </a:r>
            <a:br/>
            <a:r>
              <a:t>        []string{owner})</a:t>
            </a:r>
            <a:br/>
            <a:r>
              <a:t>    // ... iterar sobre resultados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Modelado de datos: JSON en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World State almacena pares clave-valor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valor tipicamente es un JSON serializado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Disena tus structs/objetos pensando en las queries que necesitaras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Reglas de diseno: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Incluye siempre un campo 'docType' para filtrar en CouchDB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 IDs deterministas (no UUIDs generados en el chaincode)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 objetos anidados profundos: complican las queries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Piensa en el key space: ¿como vas a buscar este dato?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Desnormaliza si es necesario: no hay JOINs en el World State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Grace Hopper: la madre del debugging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Grace Hopper (1906-1992) fue una pionera de la informatica y contraalmirante de la US Navy.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Desarrollo el primer compilador (A-0) y contribuyo al lenguaje COBOL.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1947, su equipo encontro una polilla atrapada en un rele del Mark II.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Pego la polilla en el cuaderno de bitacora con la nota: 'First actual case of bug being found'.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Aunque el termino 'bug' ya existia, este incidente lo popularizo en informatica.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 para el curso: cuando un chaincode no funciona... puede que sea un bug literal.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¿Sabiais que el USS Hopper (DDG-70), un destructor de la US Navy, lleva su nombre?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Modelo de datos: Registro de Propiedad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Caso de uso: Registro de Propiedad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Propiedad inmobiliaria</a:t>
            </a:r>
            <a:br/>
            <a:r>
              <a:t>type Property struct {</a:t>
            </a:r>
            <a:br/>
            <a:r>
              <a:t>    DocType       string `json:"docType"`       // siempre "property"</a:t>
            </a:r>
            <a:br/>
            <a:r>
              <a:t>    ID            string `json:"id"`            // referencia catastral</a:t>
            </a:r>
            <a:br/>
            <a:r>
              <a:t>    Address       string `json:"address"`       // direccion fisica</a:t>
            </a:r>
            <a:br/>
            <a:r>
              <a:t>    Owner         string `json:"owner"`         // ID del propietario (MSP)</a:t>
            </a:r>
            <a:br/>
            <a:r>
              <a:t>    OwnerName     string `json:"ownerName"`     // nombre del propietario</a:t>
            </a:r>
            <a:br/>
            <a:r>
              <a:t>    Area          int    `json:"area"`          // metros cuadrados</a:t>
            </a:r>
            <a:br/>
            <a:r>
              <a:t>    PropertyType  string `json:"propertyType"`  // "apartment"|"house"|"land"</a:t>
            </a:r>
            <a:br/>
            <a:r>
              <a:t>    Status        string `json:"status"`        // "active"|"transferring"|"blocked"</a:t>
            </a:r>
            <a:br/>
            <a:r>
              <a:t>    RegisteredAt  string `json:"registeredAt"`  // fecha de registro</a:t>
            </a:r>
            <a:br/>
            <a:r>
              <a:t>    AppraisalValue int   `json:"appraisalValue"` // valor de tasacion (euros)</a:t>
            </a:r>
            <a:br/>
            <a:r>
              <a:t>}</a:t>
            </a:r>
            <a:br/>
            <a:br/>
            <a:r>
              <a:t>// Key design: "property" + comunidad + municipio + referencia_catastral</a:t>
            </a:r>
            <a:br/>
            <a:r>
              <a:t>// Permite buscar por comunidad, por municipio, o por referencia exacta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World State: LevelDB vs CouchDB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LevelDB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key-value embebida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Solo soporta queries por clave exacta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 por rango de claves (startKey-endKey)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rapido y ligero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No requiere contenedor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lookups por clave,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modelos simples, alto rendimiento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CouchDB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documental (JSON)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Soporta rich queries (consultas 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Indices configurables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Requiere contenedor Docker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Algo mas lento pero mucho mas flexible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queries complejas,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reportes, busquedas por atributo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Rich Queries con CouchDB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Consultas JSON estilo MongoDB sobre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Buscar propiedades por tipo y rango de valor</a:t>
            </a:r>
            <a:br/>
            <a:r>
              <a:t>func (s *SmartContract) QueryProperties(ctx contractapi.TransactionContextInterface,</a:t>
            </a:r>
            <a:br/>
            <a:r>
              <a:t>    propertyType string, minValue int) ([]*Property, error) {</a:t>
            </a:r>
            <a:br/>
            <a:br/>
            <a:r>
              <a:t>    // Mango query (sintaxis CouchDB)</a:t>
            </a:r>
            <a:br/>
            <a:r>
              <a:t>    queryString := fmt.Sprintf(</a:t>
            </a:r>
            <a:br/>
            <a:r>
              <a:t>        `{"selector":{</a:t>
            </a:r>
            <a:br/>
            <a:r>
              <a:t>            "docType": "property",</a:t>
            </a:r>
            <a:br/>
            <a:r>
              <a:t>            "propertyType": "%s",</a:t>
            </a:r>
            <a:br/>
            <a:r>
              <a:t>            "appraisalValue": {"$gte": %d}</a:t>
            </a:r>
            <a:br/>
            <a:r>
              <a:t>        },</a:t>
            </a:r>
            <a:br/>
            <a:r>
              <a:t>        "sort": [{"appraisalValue": "desc"}],</a:t>
            </a:r>
            <a:br/>
            <a:r>
              <a:t>        "use_index": "indexPropertyType"}`,</a:t>
            </a:r>
            <a:br/>
            <a:r>
              <a:t>        propertyType, minValue)</a:t>
            </a:r>
            <a:br/>
            <a:br/>
            <a:r>
              <a:t>    resultsIterator, err := ctx.GetStub().GetQueryResult(queryString)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defer resultsIterator.Close()</a:t>
            </a:r>
            <a:br/>
            <a:br/>
            <a:r>
              <a:t>    // Iterar y deserializar resultados...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Paginacion de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Cuando hay muchos resultados, paginar es esencial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GetStateByRangeWithPagination(startKey, endKey,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GetQueryResultWithPagination(query,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bookmark es un token opaco que identifica la siguiente pagina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Primera llamada: bookmark vacio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Siguientes: usar el bookmark devuelto en la respuesta anterior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Consejo: limita siempre los resultados. Una query sin limite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puede devolver miles de registros y degradar el rendimiento.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Create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existencia antes de crear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CreateProperty(ctx contractapi.TransactionContextInterface,</a:t>
            </a:r>
            <a:br/>
            <a:r>
              <a:t>    id string, address string, owner string, area int,</a:t>
            </a:r>
            <a:br/>
            <a:r>
              <a:t>    propType string, value int) error {</a:t>
            </a:r>
            <a:br/>
            <a:br/>
            <a:r>
              <a:t>    // Verificar que no existe</a:t>
            </a:r>
            <a:br/>
            <a:r>
              <a:t>    existing, err := ctx.GetStub().GetState(id)</a:t>
            </a:r>
            <a:br/>
            <a:r>
              <a:t>    if err != nil {</a:t>
            </a:r>
            <a:br/>
            <a:r>
              <a:t>        return fmt.Errorf("error reading state: %v", err)</a:t>
            </a:r>
            <a:br/>
            <a:r>
              <a:t>    }</a:t>
            </a:r>
            <a:br/>
            <a:r>
              <a:t>    if existing != nil {</a:t>
            </a:r>
            <a:br/>
            <a:r>
              <a:t>        return fmt.Errorf("property %s already exists", id)</a:t>
            </a:r>
            <a:br/>
            <a:r>
              <a:t>    }</a:t>
            </a:r>
            <a:br/>
            <a:br/>
            <a:r>
              <a:t>    property := Property{</a:t>
            </a:r>
            <a:br/>
            <a:r>
              <a:t>        DocType:        "property",</a:t>
            </a:r>
            <a:br/>
            <a:r>
              <a:t>        ID:             id,</a:t>
            </a:r>
            <a:br/>
            <a:r>
              <a:t>        Address:        address,</a:t>
            </a:r>
            <a:br/>
            <a:r>
              <a:t>        Owner:          owner,</a:t>
            </a:r>
            <a:br/>
            <a:r>
              <a:t>        Area:           area,</a:t>
            </a:r>
            <a:br/>
            <a:r>
              <a:t>        PropertyType:   propType,</a:t>
            </a:r>
            <a:br/>
            <a:r>
              <a:t>        Status:         "active",</a:t>
            </a:r>
            <a:br/>
            <a:r>
              <a:t>        AppraisalValue: value,</a:t>
            </a:r>
            <a:br/>
            <a:r>
              <a:t>    }</a:t>
            </a:r>
            <a:br/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 y deserializar desde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ReadProperty(ctx contractapi.TransactionContextInterface,</a:t>
            </a:r>
            <a:br/>
            <a:r>
              <a:t>    id string) (*Property, error) {</a:t>
            </a:r>
            <a:br/>
            <a:br/>
            <a:r>
              <a:t>    propertyJSON, err := ctx.GetStub().GetState(id)</a:t>
            </a:r>
            <a:br/>
            <a:r>
              <a:t>    if err != nil {</a:t>
            </a:r>
            <a:br/>
            <a:r>
              <a:t>        return nil, fmt.Errorf("failed to read: %v", err)</a:t>
            </a:r>
            <a:br/>
            <a:r>
              <a:t>    }</a:t>
            </a:r>
            <a:br/>
            <a:r>
              <a:t>    if propertyJSON == nil {</a:t>
            </a:r>
            <a:br/>
            <a:r>
              <a:t>        return nil, fmt.Errorf("property %s does not exist", id)</a:t>
            </a:r>
            <a:br/>
            <a:r>
              <a:t>    }</a:t>
            </a:r>
            <a:br/>
            <a:br/>
            <a:r>
              <a:t>    var property Property</a:t>
            </a:r>
            <a:br/>
            <a:r>
              <a:t>    err = json.Unmarshal(propertyJSON, &amp;property)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return &amp;property, nil</a:t>
            </a:r>
            <a:br/>
            <a:r>
              <a:t>}</a:t>
            </a:r>
            <a:br/>
            <a:br/>
            <a:r>
              <a:t>// En Node.js seria:</a:t>
            </a:r>
            <a:br/>
            <a:r>
              <a:t>// async ReadProperty(ctx, id) {</a:t>
            </a:r>
            <a:br/>
            <a:r>
              <a:t>//     const data = await ctx.stub.getState(id);</a:t>
            </a:r>
            <a:br/>
            <a:r>
              <a:t>//     if (!data || data.length === 0) throw new Error('Not found');</a:t>
            </a:r>
            <a:br/>
            <a:r>
              <a:t>//     return JSON.parse(data.toString());</a:t>
            </a:r>
            <a:br/>
            <a:r>
              <a:t>//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Leer, verificar permisos, modificar,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UpdatePropertyValue(ctx contractapi.TransactionContextInterface,</a:t>
            </a:r>
            <a:br/>
            <a:r>
              <a:t>    id string, newValue int) error {</a:t>
            </a:r>
            <a:br/>
            <a:br/>
            <a:r>
              <a:t>    // Leer el activo existente</a:t>
            </a:r>
            <a:br/>
            <a:r>
              <a:t>    property, err := s.ReadProperty(ctx, 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// Verificar permisos: solo el owner puede actualizar</a:t>
            </a:r>
            <a:br/>
            <a:r>
              <a:t>    clientMSP, _ := ctx.GetClientIdentity().GetMSPID()</a:t>
            </a:r>
            <a:br/>
            <a:r>
              <a:t>    if property.Owner != clientMSP {</a:t>
            </a:r>
            <a:br/>
            <a:r>
              <a:t>        return fmt.Errorf("only the owner can update this property")</a:t>
            </a:r>
            <a:br/>
            <a:r>
              <a:t>    }</a:t>
            </a:r>
            <a:br/>
            <a:br/>
            <a:r>
              <a:t>    // Actualizar campo</a:t>
            </a:r>
            <a:br/>
            <a:r>
              <a:t>    property.AppraisalValue = newValue</a:t>
            </a:r>
            <a:br/>
            <a:br/>
            <a:r>
              <a:t>    // Guardar</a:t>
            </a:r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Delete y GetAll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Borrado logico vs fisico + paginacion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Delete: borrado logico (cambiar status) vs fisico (DelState)</a:t>
            </a:r>
            <a:br/>
            <a:r>
              <a:t>func (s *SmartContract) DeactivateProperty(ctx contractapi.TransactionContextInterface,</a:t>
            </a:r>
            <a:br/>
            <a:r>
              <a:t>    id string) error {</a:t>
            </a:r>
            <a:br/>
            <a:r>
              <a:t>    property, err := s.ReadProperty(ctx, 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property.Status = "inactive"  // borrado logico: mantiene historial</a:t>
            </a:r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  <a:br/>
            <a:br/>
            <a:r>
              <a:t>// GetAll con paginacion</a:t>
            </a:r>
            <a:br/>
            <a:r>
              <a:t>func (s *SmartContract) GetAllProperties(ctx contractapi.TransactionContextInterface,</a:t>
            </a:r>
            <a:br/>
            <a:r>
              <a:t>    pageSize int32, bookmark string) (*PaginatedResult, error) {</a:t>
            </a:r>
            <a:br/>
            <a:br/>
            <a:r>
              <a:t>    iterator, metadata, err := ctx.GetStub().</a:t>
            </a:r>
            <a:br/>
            <a:r>
              <a:t>        GetStateByRangeWithPagination("", "", pageSize, bookmark)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defer iterator.Close()</a:t>
            </a:r>
            <a:br/>
            <a:r>
              <a:t>    // ... iterar y construir resultado con metadata.Bookmark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CRUD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un sistema de Registro de Propiedad con las siguientes</a:t>
            </a:r>
            <a:br/>
            <a:r>
              <a:t>especificaciones:</a:t>
            </a:r>
            <a:br/>
            <a:br/>
            <a:r>
              <a:t>- Struct/modelo: Property con campos id, address, owner,</a:t>
            </a:r>
            <a:br/>
            <a:r>
              <a:t>  ownerName, area (int), propertyType (apartment|house|land),</a:t>
            </a:r>
            <a:br/>
            <a:r>
              <a:t>  status (active|transferring|blocked), appraisalValue (int)</a:t>
            </a:r>
            <a:br/>
            <a:r>
              <a:t>- Incluye campo docType="property" para queries CouchDB</a:t>
            </a:r>
            <a:br/>
            <a:r>
              <a:t>- Operaciones CRUD: Create, Read, Update, Delete (logico),</a:t>
            </a:r>
            <a:br/>
            <a:r>
              <a:t>  GetAll con paginacion</a:t>
            </a:r>
            <a:br/>
            <a:r>
              <a:t>- Validaciones: verificar existencia, permisos por MSPID</a:t>
            </a:r>
            <a:br/>
            <a:r>
              <a:t>- Rich query: buscar por propertyType y rango de valor</a:t>
            </a:r>
            <a:br/>
            <a:r>
              <a:t>- Usa la Contract API oficial de Fabric</a:t>
            </a:r>
            <a:br/>
            <a:r>
              <a:t>- Incluye eventos para Create y Transfer</a:t>
            </a:r>
            <a:br/>
            <a:r>
              <a:t>- Anade comentarios explicativos en espanol</a:t>
            </a:r>
            <a:br/>
            <a:br/>
            <a:r>
              <a:t>Contexto: es para un curso de formacion, debe ser claro</a:t>
            </a:r>
            <a:br/>
            <a:r>
              <a:t>y didactico. Usa Fabric 2.5.x.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Adapta el prompt segun el lenguaje (Go o Node.js) y anade campos extra si lo necesitas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modelo de datos: Registro de Propiedad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disenar el modelo de datos y las claves para un Registro de Propiedad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Definir la estructura de datos (Property) con todos los campos necesarios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Disenar el key space: ¿que clave usareis? ¿composite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Identificar las queries que necesitareis (por propietario, por zona, por tipo...)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Decidir: ¿LevelDB o CouchDB? Justificar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Crear el chaincode CRUD completo usando el prompt de IA como base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Desplegar en la test-network y probar las operaciones basicas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Trabajar en parejas. Tiempo estimado: 70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Puesta en comun al final: cada pareja explica sus decisiones de diseno.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Decisiones de diseno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¿LevelDB o CouchDB para un Registro de Propiedad? ¿Y para un sistema de pagos?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¿Borrado fisico (DelState) o logico (status=inactive)? ¿Cuando usar cada uno?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¿Composite keys o rich queries? ¿Se pueden combinar?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¿Cuanta logica de negocio debe ir en el chaincode vs en la aplicacion cliente?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pasa si el modelo de datos necesita cambiar despues del despliegue?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diferencia hay entre un chaincode y un Smart Contract de Ethereum?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la Stub API y que operaciones principales ofrece?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¿Cual es la diferencia entre LevelDB y CouchDB?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una rich query y cuando la usarias?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¿Por que es importante incluir un campo docType en los datos?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ventaja tiene el borrado logico sobre DelState?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3271</Words>
  <Application>Microsoft Office PowerPoint</Application>
  <PresentationFormat>Personalizado</PresentationFormat>
  <Paragraphs>179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2</cp:revision>
  <dcterms:created xsi:type="dcterms:W3CDTF">2013-01-27T09:14:16Z</dcterms:created>
  <dcterms:modified xsi:type="dcterms:W3CDTF">2026-04-16T07:31:25Z</dcterms:modified>
  <cp:category/>
</cp:coreProperties>
</file>