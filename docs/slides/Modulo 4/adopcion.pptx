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Blockchain: adopcion y barreras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¿Por que blockchain</a:t>
            </a:r>
            <a:br/>
            <a:r>
              <a:t>no ha triunfado (todavia)?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Casos reales, barreras de adopcion y el papel de blockchain privada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promesa vs la realidad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prometia revolucionar industrias enteras: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Cadenas de suministro transparentes y trazables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Registros inmutables de propiedad, identidad, salud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Pagos transfronterizos instantaneos y baratos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Votacion electronica segura y verificable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Eliminacion de intermediarios en seguros, finanzas, comercio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realidad (2024-2026):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mayoria de pilotos no pasaron a produccion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Varios consorcios de grandes empresas cerraron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adopcion masiva no ha llegado fuera de cripto/DeFi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empresas siguen usando bases de datos tradicionales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ha fallado? No es la tecnologia. Son los incentivos, la regulacion y la 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rPr dirty="0"/>
              <a:t>El </a:t>
            </a:r>
            <a:r>
              <a:rPr dirty="0" err="1"/>
              <a:t>ciclo</a:t>
            </a:r>
            <a:r>
              <a:rPr dirty="0"/>
              <a:t> de hype de </a:t>
            </a:r>
            <a:r>
              <a:rPr lang="es-ES" dirty="0"/>
              <a:t>las tecnologías (Curva de Gartner)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8F9B7BF-8B12-85E4-5BF7-BBDF04BA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93" y="1299268"/>
            <a:ext cx="7954438" cy="500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6 casos reales</a:t>
            </a:r>
            <a:br/>
            <a:r>
              <a:t>que no llegaron al mainstream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¿Que podemos aprender de cada uno?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1: TradeLens (Maersk + IBM)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plataforma de trazabilidad de comercio maritimo global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Hyperledger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Inversion: cientos de millones de dolares, respaldada por IBM y Maersk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Participantes: llego a conectar a mas de 150 organizaciones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cerro en noviembre de 2022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navieras competidoras (MSC, CMA CGM) no querian unirse a una plataforma controlada por Maersk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'fundador dominante': ¿por que dar mis datos a mi competidor?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se alcanzo la masa critica necesaria para que la red fuera util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propuesta de valor no compensaba el coste de integracion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2: B3i (consorcio de aseguradoras)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plataforma de reaseguros automatizados con smart contracts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R3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Fundadores: Allianz, Swiss Re, Zurich, Munich Re y otras 15+ aseguradoras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cerro en julio de 2022 tras declararse insolvente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encontro un modelo de negocio viable: ¿quien paga la plataforma?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aseguradoras querian participar pero no financiar indefinidamente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Complejidad regulatoria: cada pais con reglas distintas para reaseguros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sistemas legacy de las aseguradoras eran muy dificiles de integrar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Leccion: la tecnologia funcionaba, el negocio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3: MedRec (MIT - historial medico)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sistema de historial medico compartido entre hospitales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Ethereum (red privada)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Concepto: el paciente controla quien accede a sus datos medicos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nunca paso de fase de investigacion academica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Regulacion sanitaria extremadamente estricta (HIPAA en EE.UU., GDPR en Europa)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medicos no quieren aprender herramientas nuevas: la UX debe ser invisible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hospitales tienen sistemas legacy incompatibles entre si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¿Quien administra la red? ¿Quien paga los nodos? ¿Quien es responsable?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Privacidad: ¿realmente queremos datos medicos en CUALQUIER tipo de blockchain?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4: Voatz (votacion electronica)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app de votacion electronica basada en blockchain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Uso real: se uso en elecciones locales en West Virginia (EE.UU.)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Promesa: votacion segura, verificable y accesible desde el movil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auditoria del MIT encontro vulnerabilidades criticas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Investigadores del MIT demostraron que los votos podian ser alterados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app dependia de un servidor central: no era realmente descentralizada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voto electronico tiene un problema fundamental: verificabilidad vs anonimato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Rechazo politico: ambos partidos desconfian del voto electronico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no resuelve el 'ultimo metro': ¿como verificas la identidad del votante?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5: De Beers - Tracr (diamantes)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trazabilidad de diamantes desde la mina al consumidor final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blockchain privada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demostrar que un diamante no es 'de sangre' ni de conflicto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Estado: funciona, pero adopcion limitada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no ha triunfado?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proveedores pequenos (minas artesanales) no tienen infraestructura digital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'garbage in, garbage out': si la mina miente al registrar, blockchain no lo detecta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intermediarios que se benefician de la opacidad no quieren participar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consumidor final no sabe (ni le importa) verificar en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 Beers controla la plataforma: mismo problema de 'fundador dominante' que TradeLens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 6: Registro de propiedad de Honduras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era: registro inmobiliario en blockchain para combatir la corrupcion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Contexto: en Honduras, el fraude en registros de propiedad es endemico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Promesa: un registro inmutable que ningun funcionario pudiera alterar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Que paso: el proyecto fue abandonado en fase inicial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¿Por que fallo?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Resistencia institucional: los que se benefician de la corrupcion bloquearon el proyecto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Marco legal: la ley hondurena no reconoce registros digitales como validos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 de infraestructura: muchas zonas rurales sin internet fiable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Problema del 'genesis': ¿quien carga los datos iniciales? ¿y si ya son fraudulentos?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no elimina la corrupcion si los corruptos controlan la entrada de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Resumen: ¿por que no triunfaron?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Barrera principal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¿Fallo la tecnologia?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TradeLens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Gobernanza: competidores no se unen a plataforma del rival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B3i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de negocio: nadie queria pagar la plataforma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MedRec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Regulacion + UX: demasiado complejo para medicos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Voatz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Seguridad + confianza: vulnerabilidades y rechazo politico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Parcialmente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 Beers Tracr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Adopcion: proveedores pequenos sin incentivo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Institucional: resistencia politica y marco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Patrones comunes: las 5 barreras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Gobernanza: ¿quien controla la red? El fundador dominante ahuyenta a los demas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Incentivos: ¿por que participaria cada actor? Si no gana nada, no se une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Regulacion: las leyes no estan preparadas para registros inmutables descentralizados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UX y complejidad: si el usuario final necesita entender blockchain, ya has perdido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El problema del genesis: blockchain garantiza inmutabilidad, pero no veracidad del dato inicial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Ninguno de estos problemas es tecnologico. Son problemas de personas, de negocio y de regulacion.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Debate: ¿Por que blockchain no ha triunfado?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20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 err="1"/>
              <a:t>Dividirse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3 </a:t>
            </a:r>
            <a:r>
              <a:rPr sz="1600" dirty="0" err="1"/>
              <a:t>grupos</a:t>
            </a:r>
            <a:r>
              <a:rPr sz="1600" dirty="0"/>
              <a:t>. Cada </a:t>
            </a:r>
            <a:r>
              <a:rPr sz="1600" dirty="0" err="1"/>
              <a:t>grupo</a:t>
            </a:r>
            <a:r>
              <a:rPr sz="1600" dirty="0"/>
              <a:t> </a:t>
            </a:r>
            <a:r>
              <a:rPr sz="1600" dirty="0" err="1"/>
              <a:t>recibe</a:t>
            </a:r>
            <a:r>
              <a:rPr sz="1600" dirty="0"/>
              <a:t> 2 </a:t>
            </a:r>
            <a:r>
              <a:rPr sz="1600" dirty="0" err="1"/>
              <a:t>casos</a:t>
            </a:r>
            <a:r>
              <a:rPr sz="1600"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Para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caso</a:t>
            </a:r>
            <a:r>
              <a:rPr sz="1600" dirty="0"/>
              <a:t>, </a:t>
            </a:r>
            <a:r>
              <a:rPr sz="1600" dirty="0" err="1"/>
              <a:t>debatir</a:t>
            </a:r>
            <a:r>
              <a:rPr sz="1600" dirty="0"/>
              <a:t> y </a:t>
            </a:r>
            <a:r>
              <a:rPr sz="1600" dirty="0" err="1"/>
              <a:t>preparar</a:t>
            </a:r>
            <a:r>
              <a:rPr sz="1600" dirty="0"/>
              <a:t> (15 </a:t>
            </a:r>
            <a:r>
              <a:rPr sz="1600" dirty="0" err="1"/>
              <a:t>minutos</a:t>
            </a:r>
            <a:r>
              <a:rPr sz="1600" dirty="0"/>
              <a:t>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1. ¿El </a:t>
            </a:r>
            <a:r>
              <a:rPr sz="1600" dirty="0" err="1"/>
              <a:t>problema</a:t>
            </a:r>
            <a:r>
              <a:rPr sz="1600" dirty="0"/>
              <a:t> era real? ¿Blockchain era la </a:t>
            </a:r>
            <a:r>
              <a:rPr sz="1600" dirty="0" err="1"/>
              <a:t>solucion</a:t>
            </a:r>
            <a:r>
              <a:rPr sz="1600" dirty="0"/>
              <a:t> </a:t>
            </a:r>
            <a:r>
              <a:rPr sz="1600" dirty="0" err="1"/>
              <a:t>correcta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2. ¿</a:t>
            </a:r>
            <a:r>
              <a:rPr sz="1600" dirty="0" err="1"/>
              <a:t>Cual</a:t>
            </a:r>
            <a:r>
              <a:rPr sz="1600" dirty="0"/>
              <a:t> </a:t>
            </a:r>
            <a:r>
              <a:rPr sz="1600" dirty="0" err="1"/>
              <a:t>fue</a:t>
            </a:r>
            <a:r>
              <a:rPr sz="1600" dirty="0"/>
              <a:t> la barrera principal? (</a:t>
            </a:r>
            <a:r>
              <a:rPr sz="1600" dirty="0" err="1"/>
              <a:t>gobernanza</a:t>
            </a:r>
            <a:r>
              <a:rPr sz="1600" dirty="0"/>
              <a:t>, </a:t>
            </a:r>
            <a:r>
              <a:rPr sz="1600" dirty="0" err="1"/>
              <a:t>incentivos</a:t>
            </a:r>
            <a:r>
              <a:rPr sz="1600" dirty="0"/>
              <a:t>, </a:t>
            </a:r>
            <a:r>
              <a:rPr sz="1600" dirty="0" err="1"/>
              <a:t>regulacion</a:t>
            </a:r>
            <a:r>
              <a:rPr sz="1600" dirty="0"/>
              <a:t>, UX, genesis)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3. ¿</a:t>
            </a:r>
            <a:r>
              <a:rPr sz="1600" dirty="0" err="1"/>
              <a:t>Podria</a:t>
            </a:r>
            <a:r>
              <a:rPr sz="1600" dirty="0"/>
              <a:t> </a:t>
            </a:r>
            <a:r>
              <a:rPr sz="1600" dirty="0" err="1"/>
              <a:t>funcionar</a:t>
            </a:r>
            <a:r>
              <a:rPr sz="1600" dirty="0"/>
              <a:t> HOY con </a:t>
            </a:r>
            <a:r>
              <a:rPr sz="1600" dirty="0" err="1"/>
              <a:t>una</a:t>
            </a:r>
            <a:r>
              <a:rPr sz="1600" dirty="0"/>
              <a:t> blockchain </a:t>
            </a:r>
            <a:r>
              <a:rPr sz="1600" dirty="0" err="1"/>
              <a:t>privada</a:t>
            </a:r>
            <a:r>
              <a:rPr sz="1600" dirty="0"/>
              <a:t>/permissioned </a:t>
            </a:r>
            <a:r>
              <a:rPr sz="1600" dirty="0" err="1"/>
              <a:t>tipo</a:t>
            </a:r>
            <a:r>
              <a:rPr sz="1600" dirty="0"/>
              <a:t> Fabric?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4. ¿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condiciones</a:t>
            </a:r>
            <a:r>
              <a:rPr sz="1600" dirty="0"/>
              <a:t> </a:t>
            </a:r>
            <a:r>
              <a:rPr sz="1600" dirty="0" err="1"/>
              <a:t>deberian</a:t>
            </a:r>
            <a:r>
              <a:rPr sz="1600" dirty="0"/>
              <a:t> </a:t>
            </a:r>
            <a:r>
              <a:rPr sz="1600" dirty="0" err="1"/>
              <a:t>darse</a:t>
            </a:r>
            <a:r>
              <a:rPr sz="1600" dirty="0"/>
              <a:t> para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funcionase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 err="1"/>
              <a:t>Puesta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comun</a:t>
            </a:r>
            <a:r>
              <a:rPr sz="1600" dirty="0"/>
              <a:t> (5 </a:t>
            </a:r>
            <a:r>
              <a:rPr sz="1600" dirty="0" err="1"/>
              <a:t>minutos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grupo</a:t>
            </a:r>
            <a:r>
              <a:rPr sz="1600" dirty="0"/>
              <a:t>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- </a:t>
            </a:r>
            <a:r>
              <a:rPr sz="1600" dirty="0" err="1"/>
              <a:t>Presentar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2 </a:t>
            </a:r>
            <a:r>
              <a:rPr sz="1600" dirty="0" err="1"/>
              <a:t>casos</a:t>
            </a:r>
            <a:r>
              <a:rPr sz="1600" dirty="0"/>
              <a:t> y las </a:t>
            </a:r>
            <a:r>
              <a:rPr sz="1600" dirty="0" err="1"/>
              <a:t>conclusiones</a:t>
            </a: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- ¿Hay </a:t>
            </a:r>
            <a:r>
              <a:rPr sz="1600" dirty="0" err="1"/>
              <a:t>patrones</a:t>
            </a:r>
            <a:r>
              <a:rPr sz="1600" dirty="0"/>
              <a:t> </a:t>
            </a:r>
            <a:r>
              <a:rPr sz="1600" dirty="0" err="1"/>
              <a:t>comunes</a:t>
            </a:r>
            <a:r>
              <a:rPr sz="1600" dirty="0"/>
              <a:t> entre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fracasos</a:t>
            </a:r>
            <a:r>
              <a:rPr sz="1600" dirty="0"/>
              <a:t>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A: </a:t>
            </a:r>
            <a:r>
              <a:rPr sz="1600" dirty="0" err="1"/>
              <a:t>TradeLens</a:t>
            </a:r>
            <a:r>
              <a:rPr sz="1600" dirty="0"/>
              <a:t> + B3i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B: </a:t>
            </a:r>
            <a:r>
              <a:rPr sz="1600" dirty="0" err="1"/>
              <a:t>MedRec</a:t>
            </a:r>
            <a:r>
              <a:rPr sz="1600" dirty="0"/>
              <a:t> + </a:t>
            </a:r>
            <a:r>
              <a:rPr sz="1600" dirty="0" err="1"/>
              <a:t>Voatz</a:t>
            </a:r>
            <a:endParaRPr sz="1600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Grupo C: De Beers Tracr + Honduras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Preguntas para el debate conjunto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De los 6 casos, ¿cual creeis que tiene mas posibilidades de funcionar en el futuro? ¿Por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¿Blockchain privada (Fabric) resuelve alguna de las 5 barreras? ¿Cuales si y cuales no?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¿Conoceis algun caso en vuestro sector que podria caer en las mismas trampas?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tuvierais que convencer a vuestro jefe de usar blockchain, ¿que argumentos usariais sabiendo estos fracasos?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¿Hay casos donde simplemente NO se necesita blockchain y una base de datos basta?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¿Y si el problema no es blockchain, sino QUE blockchain?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Muchos de estos proyectos usaron blockchain publica o redes mal gobernadas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privada/permissioned (Fabric) resuelve varias barreras: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Escalabilidad: miles de TPS sin gas fees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Privacidad: canales y Private Data (clave para salud, finanzas)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Identidades conocidas: cumplimiento regulatorio (KYC, AML)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UX: el usuario final no necesita saber que hay blockchain detras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Gobernanza: reglas claras desde el inicio (politicas de endorsement)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NO resuelve: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problema del genesis: si el dato inicial es falso, blockchain lo hace inmutable, no verdadero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Incentivos: si los participantes no ganan nada, no se unen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Resistencia institucional: si los que mandan no quieren transparencia, la bloquearan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clave: blockchain privada funciona cuando hay un consorcio con incentivos alineados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Casos que SI estan funcionando (con blockchain privada)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Walmart + IBM Food Trust: trazabilidad alimentaria en produccion desde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We.Trade: financiacion de comercio internacional entre bancos europeos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Marco Polo Network: trade finance con multiples bancos en Corda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HKMA (Hong Kong): plataforma de trade finance eTradeConnect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ANZ + Scentre Group: tokenizacion de alquileres comerciales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tienen en comun los que SI funcionan?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Consorcio con incentivos claros y alineados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problema real que no se resolvia sin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equilibrada (ningun actor domina)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UX transparente: el usuario no ve blockchain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Regulacion compatible o apoyo del regulador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Microsoft Office PowerPoint</Application>
  <PresentationFormat>Personalizado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2026-04-16T08:03:02Z</dcterms:modified>
  <cp:category/>
</cp:coreProperties>
</file>