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Seguridad y Buenas Practicas</a:t>
            </a:r>
            <a:br/>
            <a:r>
              <a:t>en Chaincodes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5 - Endorsement avanzado, determinismo, ABAC y auditoria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¿Como se implementa un token fungible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es una composite key y para que se usa en NFTs?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Describe el flujo de trazabilidad de un lote alimentario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¿Quien puede hacer recall de un lote?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TREASURE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The DAO Hack y como Fabric lo previene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junio de 2016, 'The DAO' era el mayor crowdfunding de la historia: 150M USD en ETH.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atacante exploto un bug de re-entrancy en el smart contract y robo 60M USD.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comunidad Ethereum hizo un hard fork para revertir el robo -&gt; nacio Ethereum Classic.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Mision: Investigar y responder: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¿Que es un ataque de re-entrancy? ¿Como funciona paso a paso?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¿Es posible un ataque de re-entrancy en Hyperledger Fabric? ¿Por que si o por que no?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¿Que mecanismo de Fabric impide que un chaincode 'llame a si mismo' de forma recursiva?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Pista: piensa en las diferencias entre el modelo execute-order de EVM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y el modelo execute-order-validate de Fabric.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Politicas de Endorsement</a:t>
            </a:r>
            <a:br/>
            <a:r>
              <a:t>Avanzadas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Quien debe aprobar cada transaccion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Politicas de endorsement: repaso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Una politica de endorsement define que organizaciones deben ejecutar y firmar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define al desplegar el chaincode (lifecycle) o por key (state-based)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Expresiones de politica: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AND('Org1MSP.peer', 'Org2MSP.peer') - ambas deben aprobar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OR('Org1MSP.peer', 'Org2MSP.peer') - basta con una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OutOf(2, 'Org1MSP.peer', 'Org2MSP.peer', 'Org3MSP.peer') - al menos 2 de 3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MAJORITY - mayoria de las organizaciones del canal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politica por defecto se aplica a todas las keys del chaincode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Pero se puede cambiar por key individual (state-based endorsement)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State-Based Endorsement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Permite cambiar la politica de endorsement para una key especifica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Util cuando diferentes activos requieren diferentes aprobaciones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Ejemplo: una propiedad de alto valor requiere 3 orgs, una normal solo 2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gestiona desde el chaincode con: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SetStateValidationParameter(key, policy) - establecer politica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GetStateValidationParameter(key) - leer politica actual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politica se almacena junto con el state en el World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State-Based Endorsement: 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Politica dinamica segun el valor del activo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568919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{ KeyEndorsementPolicy } = require('fabric-shim');</a:t>
            </a:r>
          </a:p>
          <a:p>
            <a:endParaRPr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SetHighValueEndorsement(ctx, propertyID) {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Leer propiedad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property = await this.ReadProperty(ctx, propertyID);</a:t>
            </a:r>
          </a:p>
          <a:p>
            <a:endParaRPr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Si el valor supera 1M, requerir endorsement de 3 orgs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(property.appraisalValue &gt; 1000000) {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const policy = new KeyEndorsementPolicy();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756808-E31F-AF67-0797-B40894E524B3}"/>
              </a:ext>
            </a:extLst>
          </p:cNvPr>
          <p:cNvSpPr txBox="1"/>
          <p:nvPr/>
        </p:nvSpPr>
        <p:spPr>
          <a:xfrm>
            <a:off x="6531827" y="1645920"/>
            <a:ext cx="613874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// Requiere las tres organizaciones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policy.addOrgs('MEMBER',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'Org1MSP', 'Org2MSP', 'Org3MSP');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const policyBytes = policy.getPolicy();</a:t>
            </a:r>
          </a:p>
          <a:p>
            <a:endParaRPr lang="es-E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await ctx.stub.setStateValidationParameter(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propertyID, policyBytes);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323D0E1-B9F3-634F-6985-4684ECE9D515}"/>
              </a:ext>
            </a:extLst>
          </p:cNvPr>
          <p:cNvSpPr/>
          <p:nvPr/>
        </p:nvSpPr>
        <p:spPr>
          <a:xfrm>
            <a:off x="6094412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ABAC: Attribute-Based 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ABAC permite control de acceso granular basado en atributos del certificado X.509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atributos se anaden al certificado durante el enrollment con Fabric CA: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fabric-ca-client register --id.attrs 'role=admin,department=legal'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fabric-ca-client enroll --enrollment.attrs 'role,department'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el chaincode se verifican con: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ctx.GetClientIdentity().GetAttributeValue('role')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ctx.GetClientIdentity().AssertAttributeValue('role', 'admin')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Ventajas sobre verificar solo MSPID: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Multiples roles dentro de la misma organizacion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Permisos granulares: admin, auditor, operador, registrador...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necesitas crear una org por cada rol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atributos viajan en el cert, no se pueden falsificar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ABAC: ejemplo con multiples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Helper reutilizable para verificar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546617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async checkRole(ctx, requiredRole) {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[role, found] = ctx.clientIdentity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.getAttributeValue('role');</a:t>
            </a:r>
          </a:p>
          <a:p>
            <a:endParaRPr sz="1600" dirty="0" err="1">
              <a:solidFill>
                <a:schemeClr val="bg1">
                  <a:lumMod val="95000"/>
                </a:schemeClr>
              </a:solidFill>
            </a:endParaRP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(!found) {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"el certificado no tiene atributo 'role'");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endParaRPr sz="1600" dirty="0" err="1">
              <a:solidFill>
                <a:schemeClr val="bg1">
                  <a:lumMod val="95000"/>
                </a:schemeClr>
              </a:solidFill>
            </a:endParaRP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(role !== requiredRole) {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`rol requerido: ${requiredRole}, ` +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`rol actual: ${role}`);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97AE08-AF36-10CA-6D70-63C0F22F7FDE}"/>
              </a:ext>
            </a:extLst>
          </p:cNvPr>
          <p:cNvSpPr txBox="1"/>
          <p:nvPr/>
        </p:nvSpPr>
        <p:spPr>
          <a:xfrm>
            <a:off x="6902574" y="1472121"/>
            <a:ext cx="455473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Uso en funciones del chaincode: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async ApproveTransfer(ctx, ...args) {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this.checkRole(ctx, 'registrador');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... logica de aprobacion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endParaRPr lang="es-E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async FreezeProperty(ctx, ...args) {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this.checkRole(ctx, 'autoridad_judicial');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... logica de bloqueo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6925EF-EACF-A227-736E-F9CACAEDFF90}"/>
              </a:ext>
            </a:extLst>
          </p:cNvPr>
          <p:cNvSpPr/>
          <p:nvPr/>
        </p:nvSpPr>
        <p:spPr>
          <a:xfrm>
            <a:off x="6278137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Determinismo en Chaincodes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Errores que parecen inocentes pero rompen la 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que importa el determinismo?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Fabric, los endorsing peers ejecutan el chaincode ANTES de que se ordene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Todos los endorsers deben obtener el MISMO resultado (read/write set)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los resultados difieren, la transaccion se invalida (MVCC conflict)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Por tanto: el chaincode debe ser DETERMINISTA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Esto significa: misma entrada -&gt; siempre mismo resultado, en cualquier peer, en cualquier momento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Errores de determinismo: los 5 pecados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Usar timestamps del sistema: time.Now() varia entre peers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Solucion: usar ctx.GetStub().GetTxTimestamp() (viene del orderer)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Iterar mapas (Go): el orden de iteracion en Go maps es aleatorio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Solucion: usar slices ordenados o sort.Strings() antes de iterar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Llamadas externas: HTTP, gRPC, filesystem... cada peer obtendria distinto resultado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Solucion: los datos externos deben entrar como parametro de la transaccion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Numeros aleatorios: math/rand genera valores distintos en cada peer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Solucion: si necesitas aleatoriedad, generala fuera y pasala como parametro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Variables globales mutables: estado compartido entre invocaciones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Solucion: todo el estado debe ir en el World State, nunca en memoria global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Determinismo: ejemplos de codigo incorrecto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Estos errores causan transacciones invalidas silenciosamente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55602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ERROR 1: Timestamp del sistema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BadCreate(ctx) {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asset.createdAt = new Date().toISOString();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DIFERENTE EN CADA PEER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Correcto: usar ctx.stub.getTxTimestamp()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endParaRPr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ERROR 2: Iterar un objeto (orden no garantizado)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BadTotals(ctx) {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totals = { a: 1, b: 2, c: 3 };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let result = '';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for (const k in totals) {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result += `${k}:${totals[k]},`;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result puede ser "a:1,b:2,c:3" o cualquier otro orden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-&gt; NO DETERMINISTA (depende del motor JS)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175AA5-AADD-093C-57DB-8632DE85DBDB}"/>
              </a:ext>
            </a:extLst>
          </p:cNvPr>
          <p:cNvSpPr txBox="1"/>
          <p:nvPr/>
        </p:nvSpPr>
        <p:spPr>
          <a:xfrm>
            <a:off x="6663396" y="1645920"/>
            <a:ext cx="495560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ERROR 3: Llamada HTTP externa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async BadPrice(ctx) {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resp = await fetch(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'https://api.prices.com/gold');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Cada peer puede obtener un precio diferente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-&gt; INVALIDA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endParaRPr lang="es-E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ERROR 4: Numero aleatorio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async BadRandom(ctx) {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id = `ASSET-${Math.floor(Math.random()*99999)}`;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ID diferente en cada peer -&gt; INVALIDA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860317-7AAA-B1EE-04AB-37A143FF2697}"/>
              </a:ext>
            </a:extLst>
          </p:cNvPr>
          <p:cNvSpPr/>
          <p:nvPr/>
        </p:nvSpPr>
        <p:spPr>
          <a:xfrm>
            <a:off x="6094412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Phantom Reads y conflictos MVCC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MVCC: Multi-Version Concurrency Control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Fabric usa un read/write set para validar transacciones: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el endorse: se registra que keys se leyeron y sus versiones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el commit: se verifica que esas versiones no cambiaron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cambiaron -&gt; transaccion MVCC_READ_CONFLICT -&gt; se descarta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Phantom read: cuando una query devuelve resultados diferentes entre endorse y commit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Causa tipica: dos transacciones concurrentes modifican keys del mismo rango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Solucion: disenar el key space para minimizar colisiones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Evitar GetStateByRange amplio en transacciones de escritura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Usar keys especificas en vez de queries amplias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necesitas leer muchos datos, hacerlo en query (solo lectura)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Gestion de Upgrades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Versionado, migracion y compatibilidad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Actualizacion de chaincodes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 diferencia de Ethereum, los chaincodes en Fabric SE PUEDEN actualizar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lifecycle de Fabric permite desplegar nuevas versiones: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1. Empaquetar nueva version del chaincode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2. Instalar en todos los peers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3. Cada org aprueba la nueva definicion (approveformyorg)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4. Commit de la nueva definicion (commit)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Consideraciones al actualizar: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World State se mantiene: los datos NO se borran al actualizar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datos antiguos deben ser compatibles con el nuevo codigo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Estrategia: leer dato -&gt; si falta campo nuevo, aplicar default -&gt; guardar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Nunca cambiar el formato de las keys existentes sin migracion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Migracion de datos: compatibilidad hacia atras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Migracion lazy: migrar datos al leerlos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44451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Version 1 del modelo (documentacion JSDoc)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/**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@typedef {Object} PropertyV1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id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owner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address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*/</a:t>
            </a:r>
          </a:p>
          <a:p>
            <a:endParaRPr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Version 2: nuevos campos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/**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@typedef {Object} PropertyV2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id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owner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address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propertyType    - NUEVO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{number} appraisalValue  - NUEVO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{number} version         - NUEVO: control version</a:t>
            </a: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*/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9633C8-376A-3DE1-82A7-E7DE4C276564}"/>
              </a:ext>
            </a:extLst>
          </p:cNvPr>
          <p:cNvSpPr txBox="1"/>
          <p:nvPr/>
        </p:nvSpPr>
        <p:spPr>
          <a:xfrm>
            <a:off x="6365659" y="1396133"/>
            <a:ext cx="509164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Leer con compatibilidad: si faltan campos, defaults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async ReadProperty(ctx, id) {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data = await ctx.stub.getState(id);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prop = JSON.parse(data.toString());</a:t>
            </a:r>
          </a:p>
          <a:p>
            <a:endParaRPr lang="es-E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Migracion lazy: si es version antigua, aplicar defaults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if ((prop.version || 0) &lt; 2) {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if (!prop.propertyType) {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prop.propertyType = 'unknown';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}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prop.version = 2;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// Guardar migrado (opcional: on-read o funcion aparte)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return prop;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F529DB-AD16-4D45-E2A2-21D5DD93D4F0}"/>
              </a:ext>
            </a:extLst>
          </p:cNvPr>
          <p:cNvSpPr/>
          <p:nvPr/>
        </p:nvSpPr>
        <p:spPr>
          <a:xfrm>
            <a:off x="594360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Checklist de seguridad para chaincodes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Verificar identidad: ¿quien invoca? (GetMSPID, GetID, ABAC)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Verificar existencia: ¿el activo existe/no existe antes de operar?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Verificar estado: ¿la transicion de estado es valida?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Determinismo: ¿no uso time.Now, rand, http, map iteration?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Validar inputs: ¿los parametros son validos (tipos, rangos, longitud)?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loguear datos sensibles: precios, datos personales, claves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Private Data: ¿los datos confidenciales van por transient data?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Eventos: ¿no incluyo datos sensibles en los payloads de eventos?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Endorsement: ¿la politica es suficiente para el valor del activo?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Paginacion: ¿limito los resultados de las queries?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Auditar un chaincode con fallos de seguridad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encontrar y corregir los fallos de seguridad en un chaincode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os proporcionara un chaincode con 8 fallos de seguridad intencionados: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Falta de verificacion de identidad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Uso de time.Now() (no determinista)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Iteracion de mapa sin ordenar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Datos sensibles en logs y eventos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Falta de validacion de inputs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Query sin paginacion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Transiciones de estado no validadas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Acceso a Private Data sin verificar coleccion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Trabajar en parejas: encontrar los 8 fallos, explicar el riesgo,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y proponer la correccion. Tiempo: 60 minutos.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Puesta en comun: cada pareja presenta 2 fallos.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Generar chaincode con fallos para auditar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Genera un chaincode de Hyperledger Fabric en Go que tenga</a:t>
            </a:r>
            <a:br/>
            <a:r>
              <a:t>8 fallos de seguridad intencionados para un ejercicio de</a:t>
            </a:r>
            <a:br/>
            <a:r>
              <a:t>auditoria en un curso de formacion.</a:t>
            </a:r>
            <a:br/>
            <a:br/>
            <a:r>
              <a:t>El chaincode debe ser un sistema de gestion de propiedades</a:t>
            </a:r>
            <a:br/>
            <a:r>
              <a:t>con funciones Create, Read, Transfer y Query.</a:t>
            </a:r>
            <a:br/>
            <a:br/>
            <a:r>
              <a:t>Fallos a incluir (pero sin comentarios que los senalen):</a:t>
            </a:r>
            <a:br/>
            <a:r>
              <a:t>1. Una funcion sin verificacion de MSPID ni rol</a:t>
            </a:r>
            <a:br/>
            <a:r>
              <a:t>2. Uso de time.Now() en vez de GetTxTimestamp()</a:t>
            </a:r>
            <a:br/>
            <a:r>
              <a:t>3. Iteracion de un mapa de Go sin ordenar antes de escribir</a:t>
            </a:r>
            <a:br/>
            <a:r>
              <a:t>4. Un fmt.Println que loguea el precio de venta</a:t>
            </a:r>
            <a:br/>
            <a:r>
              <a:t>5. Falta de validacion en un parametro numerico (acepta negativos)</a:t>
            </a:r>
            <a:br/>
            <a:r>
              <a:t>6. GetQueryResult sin paginacion</a:t>
            </a:r>
            <a:br/>
            <a:r>
              <a:t>7. Transicion de estado invalida no verificada</a:t>
            </a:r>
            <a:br/>
            <a:r>
              <a:t>8. PutPrivateData sin verificar que el caller pertenece</a:t>
            </a:r>
            <a:br/>
            <a:r>
              <a:t>   a la coleccion</a:t>
            </a:r>
            <a:br/>
            <a:br/>
            <a:r>
              <a:t>El codigo debe parecer plausible y funcional, solo con errores</a:t>
            </a:r>
            <a:br/>
            <a:r>
              <a:t>sutiles. Anade un comentario al final del fichero con la lista</a:t>
            </a:r>
            <a:br/>
            <a:r>
              <a:t>de fallos (para el instructor).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Auditar un chaincode existente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Actua como auditor de seguridad de Hyperledger Fabric.</a:t>
            </a:r>
            <a:br/>
            <a:r>
              <a:t>Revisa el siguiente chaincode y genera un informe con:</a:t>
            </a:r>
            <a:br/>
            <a:br/>
            <a:r>
              <a:t>1. Lista de vulnerabilidades encontradas, clasificadas por</a:t>
            </a:r>
            <a:br/>
            <a:r>
              <a:t>   severidad (critica, alta, media, baja)</a:t>
            </a:r>
            <a:br/>
            <a:r>
              <a:t>2. Para cada vulnerabilidad:</a:t>
            </a:r>
            <a:br/>
            <a:r>
              <a:t>   - Descripcion del problema</a:t>
            </a:r>
            <a:br/>
            <a:r>
              <a:t>   - Linea o funcion afectada</a:t>
            </a:r>
            <a:br/>
            <a:r>
              <a:t>   - Impacto potencial</a:t>
            </a:r>
            <a:br/>
            <a:r>
              <a:t>   - Codigo corregido</a:t>
            </a:r>
            <a:br/>
            <a:r>
              <a:t>3. Verificacion de determinismo</a:t>
            </a:r>
            <a:br/>
            <a:r>
              <a:t>4. Verificacion de control de acceso</a:t>
            </a:r>
            <a:br/>
            <a:r>
              <a:t>5. Verificacion de validacion de inputs</a:t>
            </a:r>
            <a:br/>
            <a:r>
              <a:t>6. Recomendaciones generales</a:t>
            </a:r>
            <a:br/>
            <a:br/>
            <a:r>
              <a:t>[Pegar aqui el codigo del chaincode a auditar]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Este prompt se puede usar para auditar cualquier chaincode, no solo el del ejercicio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Seguridad en chaincodes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¿Quien deberia auditar los chaincodes en un consorcio? ¿Cada org por separado o un auditor externo?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Un chaincode con un bug de determinismo no falla visiblemente: las transacciones simplemente se invalidan. ¿Como detectarias este problema en produccion?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¿Es ABAC suficiente o necesitariamos algo como RBAC con una tabla de permisos en el World State?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un endorsing peer es comprometido, ¿que protecciones tiene Fabric?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¿Como gestionariais la rotacion de certificados sin perder el acceso a los datos del World State?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¿Quien audita los chaincodes en un consorcio?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Opcion A: cada org audita por su cuenta (conflicto de intereses).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Opcion B: auditor externo independiente (mas objetivo, mas caro).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Opcion C: mixto — codigo open source + auditoria por org + auditor externo.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la practica: los consorcios serios pagan una auditoria externa antes de cada release.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Bug de determinismo que no falla visiblemente: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Monitorizar tasa de transacciones invalidas (MVCC_READ_CONFLICT, etc.) en metricas.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Alertas cuando esa tasa sube sin causa clara.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Tests de integracion que ejecuten el chaincode en PARALELO en varios peers.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Revisar logs de los peers: buscan 'invalid transactions' en el commit.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Mejor: prevenir en CI con linters que detecten time.Now, rand, map iteration, etc.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¿ABAC suficiente o hace falta RBAC con World State?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ABAC (atributos en cert X.509) es simple pero rigido: el atributo queda fijado al emitir.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RBAC con tabla en World State es flexible: puedes cambiar permisos sin reenroll.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Combinar: ABAC para roles estables (minter, regulator), RBAC para permisos granulares.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Cuidado con RBAC: los permisos son datos normales, necesitan proteccion tambien.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Protecciones si un endorsing peer es comprometido: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politica de endorsement exige firma de VARIAS orgs — un solo peer comprometido no basta.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atacante puede emitir endorsements falsos, pero si no hay mayoria, no se commitean.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Detectar: los otros peers ven las propuestas y pueden detectar comportamiento anomalo.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Mitigar: revocar el certificado del peer comprometido y generar uno nuevo.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Proteger los orderers: si hay 3 orderers y 2 estan comprometidos, el atacante controla el bloque.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Rotacion de certificados sin perder acceso: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certificados los usa cada org localmente — no afectan a los datos del World State.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Al renovar (reenroll), el nuevo certificado queda asociado al mismo MSPID.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datos siguen siendo accesibles porque el control de acceso es por MSPID, no por cert concreto.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peer/cliente solo tiene que conocer el nuevo cert y la nueva clave.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Proceso: Fabric CA emite nuevo cert -&gt; copiar al peer -&gt; reiniciar peer -&gt; listo.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es una politica de endorsement y como se define?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es state-based endorsement?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ABAC y como se implementa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Nombra los 5 errores de determinismo mas comunes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¿Que es un conflicto MVCC y cuando ocurre?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¿Como se actualiza un chaincode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¿Que estrategia usarias para migrar datos entre versiones?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8. Di 3 items del checklist de seguridad de chaincodes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Politica de endorsement: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 que define que organizaciones deben firmar una transaccion para que sea valida.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Ejemplo: AND('Org1MSP.peer','Org2MSP.peer'), OR(...), OutOf(2, ...), MAJORITY.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define en approveformyorg / commit (nivel chaincode) o state-based (nivel key).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State-based endorsement: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Cambiar la politica de endorsement para una KEY concreta del World State.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Permite que diferentes activos tengan diferentes requisitos (ej: alto valor = 3 orgs).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gestiona con ctx.GetStub().SetStateValidationParameter(key, policy).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ABAC en Fabric: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Attribute-Based Access Control: verificar atributos custom del cert X.509.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Atributos se anaden en Fabric CA al registrar/enrollar.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el chaincode: ctx.GetClientIdentity().AssertAttributeValue('role', 'admin').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5 errores de determinismo mas comunes: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1) time.Now() en vez de GetTxTimestamp()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2) Iterar mapas sin ordenar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3) Llamadas HTTP/gRPC/filesystem externas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4) math/rand (numeros aleatorios)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5) Variables globales mutables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Conflicto MVCC: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Multi-Version Concurrency Control.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Ocurre cuando dos transacciones concurrentes modifican las mismas keys.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 verifica en el commit que las versiones leidas siguen siendo las mismas.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han cambiado -&gt; transaccion invalidada (MVCC_READ_CONFLICT).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Mitigar: evitar queries amplias en transacciones de escritura.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Actualizar un chaincode: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Empaquetar nueva version con sequence incrementado.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Install en cada peer + approveformyorg en cada org + commit.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World State se preserva automaticamente entre versiones.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Migrar datos entre versiones: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Campos nuevos opcionales (retrocompatibilidad).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Migracion lazy: al leer un dato viejo, aplicar defaults y guardar.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Migracion en bloque: funcion admin que recorre el World State.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3 items del checklist de seguridad: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Verificar identidad del caller (GetMSPID, ABAC)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usar time.Now, rand, http, map iteration (determinismo)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Validar inputs (tipos, rangos, longitud)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loguear datos sensibles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Paginar queries, no devolver miles de registros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3486</Words>
  <Application>Microsoft Office PowerPoint</Application>
  <PresentationFormat>Personalizado</PresentationFormat>
  <Paragraphs>337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3</cp:revision>
  <dcterms:created xsi:type="dcterms:W3CDTF">2013-01-27T09:14:16Z</dcterms:created>
  <dcterms:modified xsi:type="dcterms:W3CDTF">2026-04-23T11:31:42Z</dcterms:modified>
  <cp:category/>
</cp:coreProperties>
</file>