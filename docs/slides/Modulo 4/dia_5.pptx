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Seguridad y Buenas Practicas</a:t>
            </a:r>
            <a:br/>
            <a:r>
              <a:t>en Chaincodes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5 - Endorsement avanzado, determinismo, ABAC y auditoria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implementa un token fungible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una composite key y para que se usa en NFTs?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Describe el flujo de trazabilidad de un lote alimentario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¿Quien puede hacer recall de un lote?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TREASURE HUNT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The DAO Hack y como Fabric lo previene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junio de 2016, 'The DAO' era el mayor crowdfunding de la historia: 150M USD en ETH.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atacante exploto un bug de re-entrancy en el smart contract y robo 60M USD.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comunidad Ethereum hizo un hard fork para revertir el robo -&gt; nacio Ethereum Classic.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Mision: Investigar y responder: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¿Que es un ataque de re-entrancy? ¿Como funciona paso a paso?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¿Es posible un ataque de re-entrancy en Hyperledger Fabric? ¿Por que si o por que no?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¿Que mecanismo de Fabric impide que un chaincode 'llame a si mismo' de forma recursiva?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Pista: piensa en las diferencias entre el modelo execute-order de EVM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y el modelo execute-order-validate de Fabric.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Politicas de Endorsement</a:t>
            </a:r>
            <a:br/>
            <a:r>
              <a:t>Avanzadas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Quien debe aprobar cada transaccion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Politicas de endorsement: repaso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Una politica de endorsement define que organizaciones deben ejecutar y firmar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define al desplegar el chaincode (lifecycle) o por key (state-based)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Expresiones de politica: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AND('Org1MSP.peer', 'Org2MSP.peer') - ambas deben aprobar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OR('Org1MSP.peer', 'Org2MSP.peer') - basta con una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OutOf(2, 'Org1MSP.peer', 'Org2MSP.peer', 'Org3MSP.peer') - al menos 2 de 3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MAJORITY - mayoria de las organizaciones del canal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politica por defecto se aplica a todas las keys del chaincode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Pero se puede cambiar por key individual (state-based endorsement)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State-Based Endorsement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 cambiar la politica de endorsement para una key especifica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Util cuando diferentes activos requieren diferentes aprobaciones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Ejemplo: una propiedad de alto valor requiere 3 orgs, una normal solo 2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gestiona desde el chaincode con: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SetStateValidationParameter(key, policy) - establecer politica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GetStateValidationParameter(key) - leer politica actual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politica se almacena junto con el state en el World State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State-Based Endorsement: ejemplo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Politica dinamica segun el valor del activo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import (</a:t>
            </a:r>
            <a:br/>
            <a:r>
              <a:t>    "github.com/hyperledger/fabric-chaincode-go/pkg/statebased"</a:t>
            </a:r>
            <a:br/>
            <a:r>
              <a:t>)</a:t>
            </a:r>
            <a:br/>
            <a:br/>
            <a:r>
              <a:t>func (s *SmartContract) SetHighValueEndorsement(</a:t>
            </a:r>
            <a:br/>
            <a:r>
              <a:t>    ctx contractapi.TransactionContextInterface,</a:t>
            </a:r>
            <a:br/>
            <a:r>
              <a:t>    propertyID string) error {</a:t>
            </a:r>
            <a:br/>
            <a:br/>
            <a:r>
              <a:t>    // Leer propiedad</a:t>
            </a:r>
            <a:br/>
            <a:r>
              <a:t>    property, _ := s.ReadProperty(ctx, propertyID)</a:t>
            </a:r>
            <a:br/>
            <a:br/>
            <a:r>
              <a:t>    // Si el valor supera 1M, requerir endorsement de 3 orgs</a:t>
            </a:r>
            <a:br/>
            <a:r>
              <a:t>    if property.AppraisalValue &gt; 1000000 {</a:t>
            </a:r>
            <a:br/>
            <a:r>
              <a:t>        policy, err := statebased.NewStateEP(nil)</a:t>
            </a:r>
            <a:br/>
            <a:r>
              <a:t>        if err != nil {</a:t>
            </a:r>
            <a:br/>
            <a:r>
              <a:t>            return err</a:t>
            </a:r>
            <a:br/>
            <a:r>
              <a:t>        }</a:t>
            </a:r>
            <a:br/>
            <a:r>
              <a:t>        // Requiere las tres organizaciones</a:t>
            </a:r>
            <a:br/>
            <a:r>
              <a:t>        policy.AddOrgs(statebased.RoleTypePeer,</a:t>
            </a:r>
            <a:br/>
            <a:r>
              <a:t>            "Org1MSP", "Org2MSP", "Org3MSP")</a:t>
            </a:r>
            <a:br/>
            <a:r>
              <a:t>        policyBytes, _ := policy.Policy()</a:t>
            </a:r>
            <a:br/>
            <a:br/>
            <a:r>
              <a:t>        return ctx.GetStub().SetStateValidationParameter(</a:t>
            </a:r>
            <a:br/>
            <a:r>
              <a:t>            propertyID, policyBytes)</a:t>
            </a:r>
            <a:br/>
            <a:r>
              <a:t>    }</a:t>
            </a:r>
            <a:br/>
            <a:r>
              <a:t>    return nil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ABAC: Attribute-Based Access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ABAC permite control de acceso granular basado en atributos del certificado X.509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Los atributos se anaden al certificado durante el enrollment con Fabric CA: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fabric-ca-client register --id.attrs 'role=admin,department=legal'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fabric-ca-client enroll --enrollment.attrs 'role,department'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el chaincode se verifican con: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ctx.GetClientIdentity().GetAttributeValue('role')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ctx.GetClientIdentity().AssertAttributeValue('role', 'admin')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Ventajas sobre verificar solo MSPID: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Multiples roles dentro de la misma organizacion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Permisos granulares: admin, auditor, operador, registrador...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necesitas crear una org por cada rol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atributos viajan en el cert, no se pueden falsificar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ABAC: ejemplo con multiples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Helper reutilizable para verificar 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func (s *SmartContract) checkRole(ctx contractapi.TransactionContextInterface,</a:t>
            </a:r>
            <a:br/>
            <a:r>
              <a:t>    requiredRole string) error {</a:t>
            </a:r>
            <a:br/>
            <a:br/>
            <a:r>
              <a:t>    role, found, err := ctx.GetClientIdentity().GetAttributeValue("role")</a:t>
            </a:r>
            <a:br/>
            <a:r>
              <a:t>    if err != nil {</a:t>
            </a:r>
            <a:br/>
            <a:r>
              <a:t>        return fmt.Errorf("error leyendo atributo role: %v", err)</a:t>
            </a:r>
            <a:br/>
            <a:r>
              <a:t>    }</a:t>
            </a:r>
            <a:br/>
            <a:r>
              <a:t>    if !found {</a:t>
            </a:r>
            <a:br/>
            <a:r>
              <a:t>        return fmt.Errorf("el certificado no tiene atributo 'role'")</a:t>
            </a:r>
            <a:br/>
            <a:r>
              <a:t>    }</a:t>
            </a:r>
            <a:br/>
            <a:r>
              <a:t>    if role != requiredRole {</a:t>
            </a:r>
            <a:br/>
            <a:r>
              <a:t>        return fmt.Errorf("rol requerido: %s, rol actual: %s",</a:t>
            </a:r>
            <a:br/>
            <a:r>
              <a:t>            requiredRole, role)</a:t>
            </a:r>
            <a:br/>
            <a:r>
              <a:t>    }</a:t>
            </a:r>
            <a:br/>
            <a:r>
              <a:t>    return nil</a:t>
            </a:r>
            <a:br/>
            <a:r>
              <a:t>}</a:t>
            </a:r>
            <a:br/>
            <a:br/>
            <a:r>
              <a:t>// Uso en funciones del chaincode:</a:t>
            </a:r>
            <a:br/>
            <a:r>
              <a:t>func (s *SmartContract) ApproveTransfer(ctx ...) error {</a:t>
            </a:r>
            <a:br/>
            <a:r>
              <a:t>    if err := s.checkRole(ctx, "registrador"); err != nil {</a:t>
            </a:r>
            <a:br/>
            <a:r>
              <a:t>        return err</a:t>
            </a:r>
            <a:br/>
            <a:r>
              <a:t>    }</a:t>
            </a:r>
            <a:br/>
            <a:r>
              <a:t>    // ... logica de aprobacion</a:t>
            </a:r>
            <a:br/>
            <a:r>
              <a:t>}</a:t>
            </a:r>
            <a:br/>
            <a:br/>
            <a:r>
              <a:t>func (s *SmartContract) FreezeProperty(ctx ...) error {</a:t>
            </a:r>
            <a:br/>
            <a:r>
              <a:t>    if err := s.checkRole(ctx, "autoridad_judicial"); err != nil {</a:t>
            </a:r>
            <a:br/>
            <a:r>
              <a:t>        return err</a:t>
            </a:r>
            <a:br/>
            <a:r>
              <a:t>    }</a:t>
            </a:r>
            <a:br/>
            <a:r>
              <a:t>    // ... logica de bloqueo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Determinismo en Chaincodes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Errores que parecen inocentes pero rompen la 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¿Por que importa el determinismo?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Fabric, los endorsing peers ejecutan el chaincode ANTES de que se ordene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Todos los endorsers deben obtener el MISMO resultado (read/write set)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los resultados difieren, la transaccion se invalida (MVCC conflict)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Por tanto: el chaincode debe ser DETERMINISTA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Esto significa: misma entrada -&gt; siempre mismo resultado, en cualquier peer, en cualquier momento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Errores de determinismo: los 5 pecados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Usar timestamps del sistema: time.Now() varia entre peers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usar ctx.GetStub().GetTxTimestamp() (viene del orderer)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Iterar mapas (Go): el orden de iteracion en Go maps es aleatorio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usar slices ordenados o sort.Strings() antes de iterar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Llamadas externas: HTTP, gRPC, filesystem... cada peer obtendria distinto resultado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los datos externos deben entrar como parametro de la transaccion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Numeros aleatorios: math/rand genera valores distintos en cada peer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si necesitas aleatoriedad, generala fuera y pasala como parametro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Variables globales mutables: estado compartido entre invocaciones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todo el estado debe ir en el World State, nunca en memoria global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Determinismo: ejemplos de codigo incorrecto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Estos errores causan transacciones invalidas silenciosamente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ERROR 1: Timestamp del sistema</a:t>
            </a:r>
            <a:br/>
            <a:r>
              <a:t>func (s *SmartContract) BadCreate(ctx ...) error {</a:t>
            </a:r>
            <a:br/>
            <a:r>
              <a:t>    asset.CreatedAt = time.Now().String()  // DIFERENTE EN CADA PEER</a:t>
            </a:r>
            <a:br/>
            <a:r>
              <a:t>    // Correcto: asset.CreatedAt = ctx.GetStub().GetTxTimestamp()</a:t>
            </a:r>
            <a:br/>
            <a:r>
              <a:t>}</a:t>
            </a:r>
            <a:br/>
            <a:br/>
            <a:r>
              <a:t>// ERROR 2: Iterar un mapa en Go (orden aleatorio)</a:t>
            </a:r>
            <a:br/>
            <a:r>
              <a:t>func (s *SmartContract) BadTotals(ctx ...) error {</a:t>
            </a:r>
            <a:br/>
            <a:r>
              <a:t>    totals := map[string]int{"a": 1, "b": 2, "c": 3}</a:t>
            </a:r>
            <a:br/>
            <a:r>
              <a:t>    result := ""</a:t>
            </a:r>
            <a:br/>
            <a:r>
              <a:t>    for k, v := range totals {</a:t>
            </a:r>
            <a:br/>
            <a:r>
              <a:t>        result += fmt.Sprintf("%s:%d,", k, v)</a:t>
            </a:r>
            <a:br/>
            <a:r>
              <a:t>    }</a:t>
            </a:r>
            <a:br/>
            <a:r>
              <a:t>    // result puede ser "a:1,b:2,c:3" o "c:3,a:1,b:2" -&gt; NO DETERMINISTA</a:t>
            </a:r>
            <a:br/>
            <a:r>
              <a:t>}</a:t>
            </a:r>
            <a:br/>
            <a:br/>
            <a:r>
              <a:t>// ERROR 3: Llamada HTTP externa</a:t>
            </a:r>
            <a:br/>
            <a:r>
              <a:t>func (s *SmartContract) BadPrice(ctx ...) error {</a:t>
            </a:r>
            <a:br/>
            <a:r>
              <a:t>    resp, _ := http.Get("https://api.prices.com/gold")</a:t>
            </a:r>
            <a:br/>
            <a:r>
              <a:t>    // Cada peer puede obtener un precio diferente -&gt; INVALIDA</a:t>
            </a:r>
            <a:br/>
            <a:r>
              <a:t>}</a:t>
            </a:r>
            <a:br/>
            <a:br/>
            <a:r>
              <a:t>// ERROR 4: Numero aleatorio</a:t>
            </a:r>
            <a:br/>
            <a:r>
              <a:t>func (s *SmartContract) BadRandom(ctx ...) error {</a:t>
            </a:r>
            <a:br/>
            <a:r>
              <a:t>    id := fmt.Sprintf("ASSET-%d", rand.Intn(99999))</a:t>
            </a:r>
            <a:br/>
            <a:r>
              <a:t>    // ID diferente en cada peer -&gt; INVALIDA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Phantom Reads y conflictos MVCC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MVCC: Multi-Version Concurrency Control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Fabric usa un read/write set para validar transacciones: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el endorse: se registra que keys se leyeron y sus versiones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el commit: se verifica que esas versiones no cambiaron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 cambiaron -&gt; transaccion MVCC_READ_CONFLICT -&gt; se descarta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Phantom read: cuando una query devuelve resultados diferentes entre endorse y commit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Causa tipica: dos transacciones concurrentes modifican keys del mismo rango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Solucion: disenar el key space para minimizar colisiones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Evitar GetStateByRange amplio en transacciones de escritura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Usar keys especificas en vez de queries amplias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 necesitas leer muchos datos, hacerlo en query (solo lectura)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Gestion de Upgrades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Versionado, migracion y compatibilidad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Actualizacion de chaincodes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diferencia de Ethereum, los chaincodes en Fabric SE PUEDEN actualizar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lifecycle de Fabric permite desplegar nuevas versiones: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Empaquetar nueva version del chaincode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Instalar en todos los peers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Cada org aprueba la nueva definicion (approveformyorg)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Commit de la nueva definicion (commit)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Consideraciones al actualizar: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World State se mantiene: los datos NO se borran al actualizar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datos antiguos deben ser compatibles con el nuevo codigo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Estrategia: leer dato -&gt; si falta campo nuevo, aplicar default -&gt; guardar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Nunca cambiar el formato de las keys existentes sin migracion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Migracion de datos: compatibilidad hacia atras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Migracion lazy: migrar datos al leerlos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/>
            <a:pPr algn="l">
              <a:defRPr sz="1500" b="0">
                <a:solidFill>
                  <a:srgbClr val="D4D4D4"/>
                </a:solidFill>
                <a:latin typeface="Consolas"/>
              </a:defRPr>
            </a:pPr>
            <a:r>
              <a:t>// Version 1 del modelo</a:t>
            </a:r>
            <a:br/>
            <a:r>
              <a:t>type PropertyV1 struct {</a:t>
            </a:r>
            <a:br/>
            <a:r>
              <a:t>    ID      string `json:"id"`</a:t>
            </a:r>
            <a:br/>
            <a:r>
              <a:t>    Owner   string `json:"owner"`</a:t>
            </a:r>
            <a:br/>
            <a:r>
              <a:t>    Address string `json:"address"`</a:t>
            </a:r>
            <a:br/>
            <a:r>
              <a:t>}</a:t>
            </a:r>
            <a:br/>
            <a:br/>
            <a:r>
              <a:t>// Version 2: nuevos campos</a:t>
            </a:r>
            <a:br/>
            <a:r>
              <a:t>type PropertyV2 struct {</a:t>
            </a:r>
            <a:br/>
            <a:r>
              <a:t>    ID             string `json:"id"`</a:t>
            </a:r>
            <a:br/>
            <a:r>
              <a:t>    Owner          string `json:"owner"`</a:t>
            </a:r>
            <a:br/>
            <a:r>
              <a:t>    Address        string `json:"address"`</a:t>
            </a:r>
            <a:br/>
            <a:r>
              <a:t>    PropertyType   string `json:"propertyType"`   // NUEVO</a:t>
            </a:r>
            <a:br/>
            <a:r>
              <a:t>    AppraisalValue int    `json:"appraisalValue"` // NUEVO</a:t>
            </a:r>
            <a:br/>
            <a:r>
              <a:t>    Version        int    `json:"version"`        // NUEVO: control de version</a:t>
            </a:r>
            <a:br/>
            <a:r>
              <a:t>}</a:t>
            </a:r>
            <a:br/>
            <a:br/>
            <a:r>
              <a:t>// Leer con compatibilidad: si faltan campos, aplicar defaults</a:t>
            </a:r>
            <a:br/>
            <a:r>
              <a:t>func (s *SmartContract) ReadProperty(ctx ..., id string) (*PropertyV2, error) {</a:t>
            </a:r>
            <a:br/>
            <a:r>
              <a:t>    data, _ := ctx.GetStub().GetState(id)</a:t>
            </a:r>
            <a:br/>
            <a:r>
              <a:t>    var prop PropertyV2</a:t>
            </a:r>
            <a:br/>
            <a:r>
              <a:t>    json.Unmarshal(data, &amp;prop)</a:t>
            </a:r>
            <a:br/>
            <a:br/>
            <a:r>
              <a:t>    // Migracion lazy: si es version antigua, aplicar defaults</a:t>
            </a:r>
            <a:br/>
            <a:r>
              <a:t>    if prop.Version &lt; 2 {</a:t>
            </a:r>
            <a:br/>
            <a:r>
              <a:t>        if prop.PropertyType == "" { prop.PropertyType = "unknown" }</a:t>
            </a:r>
            <a:br/>
            <a:r>
              <a:t>        prop.Version = 2</a:t>
            </a:r>
            <a:br/>
            <a:r>
              <a:t>        // Guardar migrado (opcional: hacerlo on-read o con funcion de migracion)</a:t>
            </a:r>
            <a:br/>
            <a:r>
              <a:t>    }</a:t>
            </a:r>
            <a:br/>
            <a:r>
              <a:t>    return &amp;prop, nil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Checklist de seguridad para chaincodes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Verificar identidad: ¿quien invoca? (GetMSPID, GetID, ABAC)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Verificar existencia: ¿el activo existe/no existe antes de operar?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Verificar estado: ¿la transicion de estado es valida?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Determinismo: ¿no uso time.Now, rand, http, map iteration?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Validar inputs: ¿los parametros son validos (tipos, rangos, longitud)?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loguear datos sensibles: precios, datos personales, claves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Private Data: ¿los datos confidenciales van por transient data?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Eventos: ¿no incluyo datos sensibles en los payloads de eventos?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Endorsement: ¿la politica es suficiente para el valor del activo?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Paginacion: ¿limito los resultados de las queries?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Auditar un chaincode con fallos de seguridad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encontrar y corregir los fallos de seguridad en un chaincode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os proporcionara un chaincode con 8 fallos de seguridad intencionados: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Falta de verificacion de identidad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Uso de time.Now() (no determinista)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Iteracion de mapa sin ordenar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Datos sensibles en logs y eventos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Falta de validacion de inputs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Query sin paginacion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Transiciones de estado no validadas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Acceso a Private Data sin verificar coleccion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Trabajar en parejas: encontrar los 8 fallos, explicar el riesgo,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y proponer la correccion. Tiempo: 60 minutos.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Puesta en comun: cada pareja presenta 2 fallos.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chaincode con fallos para auditar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Go que tenga</a:t>
            </a:r>
            <a:br/>
            <a:r>
              <a:t>8 fallos de seguridad intencionados para un ejercicio de</a:t>
            </a:r>
            <a:br/>
            <a:r>
              <a:t>auditoria en un curso de formacion.</a:t>
            </a:r>
            <a:br/>
            <a:br/>
            <a:r>
              <a:t>El chaincode debe ser un sistema de gestion de propiedades</a:t>
            </a:r>
            <a:br/>
            <a:r>
              <a:t>con funciones Create, Read, Transfer y Query.</a:t>
            </a:r>
            <a:br/>
            <a:br/>
            <a:r>
              <a:t>Fallos a incluir (pero sin comentarios que los senalen):</a:t>
            </a:r>
            <a:br/>
            <a:r>
              <a:t>1. Una funcion sin verificacion de MSPID ni rol</a:t>
            </a:r>
            <a:br/>
            <a:r>
              <a:t>2. Uso de time.Now() en vez de GetTxTimestamp()</a:t>
            </a:r>
            <a:br/>
            <a:r>
              <a:t>3. Iteracion de un mapa de Go sin ordenar antes de escribir</a:t>
            </a:r>
            <a:br/>
            <a:r>
              <a:t>4. Un fmt.Println que loguea el precio de venta</a:t>
            </a:r>
            <a:br/>
            <a:r>
              <a:t>5. Falta de validacion en un parametro numerico (acepta negativos)</a:t>
            </a:r>
            <a:br/>
            <a:r>
              <a:t>6. GetQueryResult sin paginacion</a:t>
            </a:r>
            <a:br/>
            <a:r>
              <a:t>7. Transicion de estado invalida no verificada</a:t>
            </a:r>
            <a:br/>
            <a:r>
              <a:t>8. PutPrivateData sin verificar que el caller pertenece</a:t>
            </a:r>
            <a:br/>
            <a:r>
              <a:t>   a la coleccion</a:t>
            </a:r>
            <a:br/>
            <a:br/>
            <a:r>
              <a:t>El codigo debe parecer plausible y funcional, solo con errores</a:t>
            </a:r>
            <a:br/>
            <a:r>
              <a:t>sutiles. Anade un comentario al final del fichero con la lista</a:t>
            </a:r>
            <a:br/>
            <a:r>
              <a:t>de fallos (para el instructor).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Auditar un chaincode existente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Actua como auditor de seguridad de Hyperledger Fabric.</a:t>
            </a:r>
            <a:br/>
            <a:r>
              <a:t>Revisa el siguiente chaincode y genera un informe con:</a:t>
            </a:r>
            <a:br/>
            <a:br/>
            <a:r>
              <a:t>1. Lista de vulnerabilidades encontradas, clasificadas por</a:t>
            </a:r>
            <a:br/>
            <a:r>
              <a:t>   severidad (critica, alta, media, baja)</a:t>
            </a:r>
            <a:br/>
            <a:r>
              <a:t>2. Para cada vulnerabilidad:</a:t>
            </a:r>
            <a:br/>
            <a:r>
              <a:t>   - Descripcion del problema</a:t>
            </a:r>
            <a:br/>
            <a:r>
              <a:t>   - Linea o funcion afectada</a:t>
            </a:r>
            <a:br/>
            <a:r>
              <a:t>   - Impacto potencial</a:t>
            </a:r>
            <a:br/>
            <a:r>
              <a:t>   - Codigo corregido</a:t>
            </a:r>
            <a:br/>
            <a:r>
              <a:t>3. Verificacion de determinismo</a:t>
            </a:r>
            <a:br/>
            <a:r>
              <a:t>4. Verificacion de control de acceso</a:t>
            </a:r>
            <a:br/>
            <a:r>
              <a:t>5. Verificacion de validacion de inputs</a:t>
            </a:r>
            <a:br/>
            <a:r>
              <a:t>6. Recomendaciones generales</a:t>
            </a:r>
            <a:br/>
            <a:br/>
            <a:r>
              <a:t>[Pegar aqui el codigo del chaincode a auditar]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Este prompt se puede usar para auditar cualquier chaincode, no solo el del ejercicio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Seguridad en chaincodes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¿Quien deberia auditar los chaincodes en un consorcio? ¿Cada org por separado o un auditor externo?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Un chaincode con un bug de determinismo no falla visiblemente: las transacciones simplemente se invalidan. ¿Como detectarias este problema en produccion?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¿Es ABAC suficiente o necesitariamos algo como RBAC con una tabla de permisos en el World State?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Si un endorsing peer es comprometido, ¿que protecciones tiene Fabric?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¿Como gestionariais la rotacion de certificados sin perder el acceso a los datos del World State?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es una politica de endorsement y como se define?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state-based endorsement?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ABAC y como se implementa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Nombra los 5 errores de determinismo mas comunes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¿Que es un conflicto MVCC y cuando ocurre?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¿Como se actualiza un chaincode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¿Que estrategia usarias para migrar datos entre versiones?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8. Di 3 items del checklist de seguridad de chaincodes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