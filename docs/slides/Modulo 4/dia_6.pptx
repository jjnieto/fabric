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8"/>
    <p:sldId id="279" r:id="rId29"/>
    <p:sldId id="280" r:id="rId30"/>
    <p:sldId id="281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Integracion y</a:t>
            </a:r>
            <a:br/>
            <a:r>
              <a:t>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6 - Fabric Gateway SDK, testing y proyecto de trazabilidad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es una politica de endorsement state-based?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3 errores de determinismo en chaincodes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un conflicto MVCC?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¿Como se migran datos al actualizar un chaincode?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Tim Berners-Lee y la descentralizacion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Tim Berners-Lee invento la World Wide Web en 1989 en el CERN.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 vision original era una web descentralizada donde cada persona controlara sus datos.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30 anos despues, la web esta dominada por unos pocos gigantes (Google, Meta, Amazon).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2018, Berners-Lee lanzo Solid, un proyecto para devolver el control de los datos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 los usuarios, usando 'pods' personales de datos.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Conexion con Fabric: la idea de que los participantes controlen sus propios datos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depender de un intermediario central es la misma que motiva blockchain enterprise.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Fabric va un paso mas alla: no solo controlas tus datos, sino que puedes verificar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criptograficamente que los datos de los demas son correctos.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Fabric Gateway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Conectar aplicaciones cliente con la red Fabric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Fabric Gateway SDK: vision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Gateway SDK es la forma estandar de conectar una app con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Disponible en Node.js, Go y Java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Reemplaza al antiguo Fabric SDK (mucho mas complejo)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Flujo simplificado: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1. Cargar identidad (certificado + clave privada) desde wallet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2. Conectar al Gateway (apuntando a un peer de tu org)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3. Obtener referencia al canal y al contrato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4. Invocar funciones: submit (escritura) o evaluate (lectura)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5. Desconectar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Gateway se encarga de: descubrimiento de peers, endorsement, ordering y commit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Gateway SDK: conexion en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Conexion completa: wallet -&gt; gateway -&gt; contrato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362892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Gateway, Wallets } = require('fabric-network');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path = require('path');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fs = require('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fs'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function main()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1.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Cargar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connection profile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ccpPath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path.resolve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(__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dirname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'connection-org1.json');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ccp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fs.readFileSync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ccpPath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'utf8'));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2.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Cargar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identidad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desde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wallet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walletPath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path.join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(__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dirname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'wallet');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wallet = await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Wallets.newFileSystemWallet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walletPath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B478E5A-3019-09DC-3026-C1DBE3896630}"/>
              </a:ext>
            </a:extLst>
          </p:cNvPr>
          <p:cNvSpPr txBox="1"/>
          <p:nvPr/>
        </p:nvSpPr>
        <p:spPr>
          <a:xfrm>
            <a:off x="6531827" y="1731784"/>
            <a:ext cx="536289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// 3. Conectar al Gateway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gateway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new Gateway();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gateway.connect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ccp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wallet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identity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appUser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discovery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{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enabled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true,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asLocalhost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true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4. Obtener canal y contrato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network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gateway.getNetwork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mychannel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network.getContract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foodtrace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5. Invocar funciones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result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contract.evaluateTransaction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GetAllLots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console.log(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result.toString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gateway.disconnect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4E72BB4-52E7-3914-0A2D-C1005D28A053}"/>
              </a:ext>
            </a:extLst>
          </p:cNvPr>
          <p:cNvSpPr/>
          <p:nvPr/>
        </p:nvSpPr>
        <p:spPr>
          <a:xfrm>
            <a:off x="5954751" y="1417320"/>
            <a:ext cx="45719" cy="50850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Gateway SDK: submit vs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Lectura (evaluate) vs escritura (submit) +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613524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EVALUATE: solo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lectura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no genera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transaccion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ledger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Se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ejecuta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UN solo peer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rapido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result = await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contract.evaluateTransaction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ReadProperty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', 'PROP001');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property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result.toString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console.log(property);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SUBMIT: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escritura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genera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transaccion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completa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Endorse -&gt; Order -&gt; Commit (mas lento,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modifica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ledger)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await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contract.submitTransaction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CreateProperty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'PROP002', 'Calle Mayor 1', 'Org1MSP', '120', 'apartment', '250000');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SUBMIT con transient data (para Private Data)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transientData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price: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Buffer.from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JSON.stringify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({ amount: 350000, currency: 'EUR' }))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8C29F8-48FE-B39E-0CBC-302D25D6E187}"/>
              </a:ext>
            </a:extLst>
          </p:cNvPr>
          <p:cNvSpPr txBox="1"/>
          <p:nvPr/>
        </p:nvSpPr>
        <p:spPr>
          <a:xfrm>
            <a:off x="6987355" y="1645920"/>
            <a:ext cx="456530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contract.createTransaction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SetPrivatePrice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setTransient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transientData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submit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('PROP001');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Escuchar eventos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contract.addContractListener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=&gt;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console.log(`Evento: ${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event.eventName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}`);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console.log(`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Payload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${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event.payload.toString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()}`);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});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CF326F-D019-3A59-B7D1-4F4B9DE2949A}"/>
              </a:ext>
            </a:extLst>
          </p:cNvPr>
          <p:cNvSpPr/>
          <p:nvPr/>
        </p:nvSpPr>
        <p:spPr>
          <a:xfrm>
            <a:off x="657922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Gateway SDK: conexion en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Misma estructura: conectar, obtener contrato, invocar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33660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connect, signers } = require(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'@hyperledger/fabric-gateway');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grpc = require('@grpc/grpc-js');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crypto = require('crypto');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function main()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1. Conexion gRPC al peer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client = new grpc.Client(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'localhost:7051',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grpc.credentials.createSsl(tlsRootCert));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2. Crear identidad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identity =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mspId: 'Org1MSP',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credentials: certificate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signer = signers.newPrivateKeySigner(privateKey);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A50F25-D815-9AD5-1E1E-3BC823DB4936}"/>
              </a:ext>
            </a:extLst>
          </p:cNvPr>
          <p:cNvSpPr txBox="1"/>
          <p:nvPr/>
        </p:nvSpPr>
        <p:spPr>
          <a:xfrm>
            <a:off x="6423646" y="1828800"/>
            <a:ext cx="61387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3. Conectar al Gateway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gateway = connect({ client, identity, signer });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4. Obtener canal y contrato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network = gateway.getNetwork('mychannel');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contract = network.getContract('foodtrace');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5. Evaluar (lectura)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result = await contract.evaluateTransaction(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'GetAllLots');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console.log(new TextDecoder().decode(result));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6. Submit (escritura)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contract.submitTransaction('ProduceLot',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'LOT-001', 'mango', 'Spain', '500.0');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main().catch(console.error);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C94543-FE6B-BA06-8123-B69AD510B4C2}"/>
              </a:ext>
            </a:extLst>
          </p:cNvPr>
          <p:cNvSpPr/>
          <p:nvPr/>
        </p:nvSpPr>
        <p:spPr>
          <a:xfrm>
            <a:off x="5932449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Identity Wallet: gestion de identidades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wallet almacena las identidades (cert + clave privada) de los usuarios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Tipos de wallet en el SDK: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FileSystemWallet: archivos en disco (desarrollo)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InMemoryWallet: en memoria (testing)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CouchDBWallet: en CouchDB (produccion ligera)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HSMWallet: Hardware Security Module (produccion enterprise)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produccion: usar HSM o sistema de gestion de secretos (Vault)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desarrollo: FileSystemWallet es suficiente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Importante: la wallet NO es como MetaMask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EVM, la wallet tiene una clave privada que genera una direccion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Fabric, la wallet tiene un certificado X.509 emitido por una 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certificado contiene: nombre, organizacion, rol, atributos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Diagrama: Flujo completo de una app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A89F988-6C24-1F8F-E7E3-0466C9DF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90" y="1448242"/>
            <a:ext cx="7638044" cy="5135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Testing de Chaincodes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Unit tests, mocks y tests de integracion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Estrategia de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Tres niveles de testing para chaincodes: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Unit tests: probar funciones individuales con mocks del stub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Integration tests: probar contra una red real (test-network)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End-to-end: probar la app completa (cliente + chaincode + red)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el curso nos centramos en unit tests e integracion basica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Herramientas: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Go: testing package + mockery/counterfeiter para generar mocks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Node.js: Jest/Mocha + sinon para mocks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Fabric: fabric-samples tiene ejemplos de tests en ambos lenguajes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Unit test con mock del Stub (Node.js)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Mockear Stub, Identity y verificar llamadas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654519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const { expect } = require('chai');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const sinon = require('sinon');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const { SmartContract } = require('../lib/smartContract');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describe('CreateProperty', () =&gt;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let ctx, stub, identity;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beforeEach(() =&gt;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stub =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getState: sinon.stub(),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putState: sinon.stub(),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};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identity =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getMSPID: sinon.stub().returns('Org1MSP'),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};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ctx =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stub,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clientIdentity: identity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};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});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1FE579-ABF3-C3C7-0FFC-F9CBC6D90917}"/>
              </a:ext>
            </a:extLst>
          </p:cNvPr>
          <p:cNvSpPr txBox="1"/>
          <p:nvPr/>
        </p:nvSpPr>
        <p:spPr>
          <a:xfrm>
            <a:off x="6608182" y="1599037"/>
            <a:ext cx="51234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it('crea propiedad cuando no existe', async () =&gt;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getState devuelve null (propiedad no existe)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stub.getState.resolves(null);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putState acepta cualquier valor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stub.putState.resolves();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Ejecutar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const contract = new SmartContract();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await contract.CreateProperty(ctx,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'PROP001', 'Calle Mayor 1', 'Org1MSP',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120, 'apartment', 250000);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// Verificar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expect(stub.putState.calledOnce).to.be.true;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});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79E319-6AB0-1C61-545D-3CEF54ACFD76}"/>
              </a:ext>
            </a:extLst>
          </p:cNvPr>
          <p:cNvSpPr/>
          <p:nvPr/>
        </p:nvSpPr>
        <p:spPr>
          <a:xfrm>
            <a:off x="608076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Unit test con mock (Node.js)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Sinon para mocks, Chai para assertions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55237"/>
            <a:ext cx="612648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expect } = require('chai');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require('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} = require('../lib/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describe('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', () =&gt;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let contract;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let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beforeEach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(() =&gt;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contract = new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stub: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setEvent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clientIdentity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getMSPID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().returns('Org1MSP'),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().returns('user1'),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getAttributeValue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sinon.stub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().returns(['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registrador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', true]),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};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22AC8E-626F-48B5-EE8E-DB8EA96F67F0}"/>
              </a:ext>
            </a:extLst>
          </p:cNvPr>
          <p:cNvSpPr txBox="1"/>
          <p:nvPr/>
        </p:nvSpPr>
        <p:spPr>
          <a:xfrm>
            <a:off x="7230466" y="1645920"/>
            <a:ext cx="447385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should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create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() =&gt;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ctx.stub.getState.resolves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null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); // No existe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contract.CreateProperty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'PROP001', 'Calle Mayor 1', 'Org1MSP', '120', 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apartment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', '250000');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expect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ctx.stub.putState.calledOnce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to.be.true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savedData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ctx.stub.putState.firstCall.args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[1]);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expect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savedData.id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to.equal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('PROP001');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});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DF1237-4538-898A-AD98-306F9BB6BFC7}"/>
              </a:ext>
            </a:extLst>
          </p:cNvPr>
          <p:cNvSpPr/>
          <p:nvPr/>
        </p:nvSpPr>
        <p:spPr>
          <a:xfrm>
            <a:off x="667958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Generar tests para un chaincode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una suite de unit tests para el siguiente chaincode</a:t>
            </a:r>
            <a:br/>
            <a:r>
              <a:t>de Hyperledger Fabric en [Go/Node.js].</a:t>
            </a:r>
            <a:br/>
            <a:br/>
            <a:r>
              <a:t>El chaincode tiene las funciones:</a:t>
            </a:r>
            <a:br/>
            <a:r>
              <a:t>- CreateProperty(id, address, owner, area, propertyType, value)</a:t>
            </a:r>
            <a:br/>
            <a:r>
              <a:t>- ReadProperty(id)</a:t>
            </a:r>
            <a:br/>
            <a:r>
              <a:t>- TransferProperty(id, newOwner)</a:t>
            </a:r>
            <a:br/>
            <a:r>
              <a:t>- UpdatePropertyValue(id, newValue)</a:t>
            </a:r>
            <a:br/>
            <a:r>
              <a:t>- GetAllProperties(pageSize, bookmark)</a:t>
            </a:r>
            <a:br/>
            <a:br/>
            <a:r>
              <a:t>Para cada funcion genera tests que cubran:</a:t>
            </a:r>
            <a:br/>
            <a:r>
              <a:t>1. Caso exitoso (happy path)</a:t>
            </a:r>
            <a:br/>
            <a:r>
              <a:t>2. Caso de error: activo no existe</a:t>
            </a:r>
            <a:br/>
            <a:r>
              <a:t>3. Caso de error: permisos insuficientes</a:t>
            </a:r>
            <a:br/>
            <a:r>
              <a:t>4. Caso de error: inputs invalidos</a:t>
            </a:r>
            <a:br/>
            <a:br/>
            <a:r>
              <a:t>Usa mocks para el Stub y ClientIdentity.</a:t>
            </a:r>
            <a:br/>
            <a:r>
              <a:t>[Go: mockery/testify] [Node.js: sinon/chai]</a:t>
            </a:r>
            <a:br/>
            <a:br/>
            <a:r>
              <a:t>[Pegar aqui el codigo del chaincode]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Proyecto Final:</a:t>
            </a:r>
            <a:br/>
            <a:r>
              <a:t>Trazabilidad Alimentaria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Integrando todo lo aprendido en el modulo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Proyecto final: alcance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construir un sistema completo de trazabilidad alimentaria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Componentes a entregar: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1. Chaincode de FoodLot (Go o Node.js) - desarrollado en dia 4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2. App cliente con Gateway SDK (Node.js o Go)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3. Tests unitarios para las funciones principales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4. Despliegue en test-network funcionando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5. Demo de trazabilidad completa de un lote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Organizaciones: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Org1: Productor (crea lotes, registra origen)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Org2: Distribuidor (recibe lotes, registra transporte)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Tiempo: resto de la sesion + presentacion al final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Proyecto: setup y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Paso 1: Preparar el chaincode (15 min)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Partir del chaincode FoodLot del dia 4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Anadir funciones que falten: QueryByProduct, GetHistory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Verificar checklist de seguridad del dia 5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Paso 2: Desplegar en test-network (15 min)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./network.sh up createChannel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Desplegar chaincode con lifecycle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Verificar con peer chaincode invoke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Paso 3: Crear app cliente (45 min)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Usar Gateway SDK para conectar al chaincode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Implementar flujo: crear lote -&gt; transferir -&gt; consultar historial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Escuchar eventos de transferencia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Proyecto: testing y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Paso 4: Tests unitarios (20 min)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Crear tests para ProduceLot, TransferLot, GetHistory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Al menos un test de permisos (solo holder transfiere)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Paso 5: Demo de trazabilidad completa (15 min por pareja)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Mostrar el flujo completo: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1. Org1 crea lote de mangos de Malaga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2. Org1 transfiere a Org2 con temperatura 4C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3. Org2 confirma recepcion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4. Consultar trazabilidad: se ve todo el historial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5. [Bonus] Org2 reporta alerta de temperatura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6. [Bonus] Regulador hace recall del lote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Presentar: decisiones de diseno, problemas encontrados, soluciones.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App cliente con Gateway SDK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una aplicacion cliente Node.js para Hyperledger Fabric</a:t>
            </a:r>
            <a:br/>
            <a:r>
              <a:t>que se conecte a un chaincode de trazabilidad alimentaria</a:t>
            </a:r>
            <a:br/>
            <a:r>
              <a:t>llamado 'foodtrace' en el canal 'mychannel'.</a:t>
            </a:r>
            <a:br/>
            <a:br/>
            <a:r>
              <a:t>La aplicacion debe:</a:t>
            </a:r>
            <a:br/>
            <a:r>
              <a:t>1. Conectar al Gateway usando connection profile de Org1</a:t>
            </a:r>
            <a:br/>
            <a:r>
              <a:t>2. Cargar identidad desde wallet (FileSystemWallet)</a:t>
            </a:r>
            <a:br/>
            <a:r>
              <a:t>3. Implementar funciones para:</a:t>
            </a:r>
            <a:br/>
            <a:r>
              <a:t>   - Crear un lote (ProduceLot)</a:t>
            </a:r>
            <a:br/>
            <a:r>
              <a:t>   - Transferir un lote (TransferLot)</a:t>
            </a:r>
            <a:br/>
            <a:r>
              <a:t>   - Consultar historial (GetLotHistory)</a:t>
            </a:r>
            <a:br/>
            <a:r>
              <a:t>   - Listar todos los lotes (GetAllLots)</a:t>
            </a:r>
            <a:br/>
            <a:r>
              <a:t>4. Escuchar eventos de LotTransferred</a:t>
            </a:r>
            <a:br/>
            <a:r>
              <a:t>5. Mostrar resultados por consola de forma legible</a:t>
            </a:r>
            <a:br/>
            <a:br/>
            <a:r>
              <a:t>Usa fabric-network SDK. El connection profile esta en</a:t>
            </a:r>
            <a:br/>
            <a:r>
              <a:t>test-network/organizations/peerOrganizations/.</a:t>
            </a:r>
            <a:br/>
            <a:r>
              <a:t>Incluye comentarios en espanol.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Cierre del Modulo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¿Que ha sido lo mas complejo de este modulo? ¿Y lo mas util?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¿Veis aplicacion real en vuestro sector para los tokens en Fabric?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¿Que echais en falta en Fabric comparado con Ethereum? ¿Y al reves?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tuvierais que empezar un proyecto real manana, ¿que arquitectura elegiriais?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¿Que papel creeis que jugara la IA en el desarrollo de chaincodes?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Modulo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Tokenizacion en Fabric vs Ethereum: principales diferencias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Tres formas de implementar tokens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Anatomia de un chaincode: struct, Contract API, Stub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Patron CRUD y modelado de datos (JSON, composite keys)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Control de acceso: MSPID y ABAC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Private Data Collections: concepto y uso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Tokens fungibles (tipo ERC-20) y no fungibles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8. Seguridad: determinismo, MVCC, checklist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9. Gateway SDK: conectar apps con la red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10. Testing: unit tests con mocks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Lo mas complejo / lo mas util del modulo: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Complejo: el lifecycle de chaincodes (4 pasos) y el determinismo (errores silenciosos).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Util: la capacidad de razonar sobre permisos antes de tocar codigo (MSPID/ABAC).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hay respuesta unica — depende del background (EVM vs Fabric).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mayoria coincide: los conceptos son simples, la operacion es donde esta la dificultad.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Aplicacion real en vuestro sector: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Depende del sector: trazabilidad, KYC compartido, tokenizacion B2B, registros regulados.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 de oro: hay multiples orgs con desconfianza mutua + necesidad de auditoria.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un solo actor es suficiente, una base de datos normal es mejor opcion.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¿Que echais en falta en Fabric vs Ethereum (y al reves)?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que Fabric NO tiene vs Ethereum: ecosistema DeFi, liquidez, interoperabilidad publica,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wallets universales, stablecoins establecidas, herramientas DevTools maduras.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que Fabric SI tiene vs Ethereum: privacidad nativa, rendimiento, gobernanza controlada,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identidades reales, integracion con sistemas legacy, cumplimiento regulatorio.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Conclusion: son para casos de uso distintos, no compiten directamente.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Arquitectura para un proyecto real manana: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Empezar pequeno: MVP con 2 orgs, 1 canal, 1 chaincode simple.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Cryptogen para desarrollo, Fabric CA para produccion.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CouchDB si necesitas rich queries (la mayoria de casos).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Gateway SDK en el cliente (ya no se usa el SDK antiguo).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Monitorizacion desde el dia 1: Prometheus + Grafana.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clara ANTES de la tecnologia: ¿quien decide? ¿quien paga?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Papel de la IA en el desarrollo de chaincodes: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Generacion de chaincode basico desde especificacion (prompts -&gt; codigo).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Auditoria automatica: detectar errores de determinismo, validaciones faltantes.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Tests generados automaticamente a partir del codigo.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Documentacion y diagramas generados.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Riesgos: la IA no entiende el contexto de negocio, puede generar codigo plausible pero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incorrecto. Siempre revisar manualmente, especialmente validaciones y control de acceso.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Tokenizacion Fabric vs Ethereum: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Ethereum: ERC-20/721/1155 estandar, publico, anyone-can-deploy.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Fabric: sin estandar (aun), permissioned, identidades con certificado.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Tres formas de implementar tokens en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Chaincode custom desde cero (maximo control).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 Token SDK (UTXO, mejor privacidad).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fabric-samples/token-erc-20 (modelo de cuentas, mas simple).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Anatomia de un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Struct con contractapi.Contract embebido (Go) o clase que extiende Contract (Node.js).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Funciones reciben ctx: TransactionContextInterface (da acceso al Stub e Identity).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Stub API: GetState, PutState, DelState, GetQueryResult, SetEvent, etc.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CRUD + modelado de datos: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CRUD = Create, Read, Update, Delete (logico).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Usar docType en JSON para queries CouchDB.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Composite keys cuando necesitas indices secundarios.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Paginar queries grandes con GetStateByRangeWithPagination.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Control de acceso (MSPID + ABAC):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MSPID: que organizacion llama (HotelMSP, CafeteriaMSP).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ABAC: atributos custom del certificado X.509 (role=minter, etc.).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MSPID para separar orgs, ABAC para separar roles dentro de una org.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Private Data Collections: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Compartir datos entre un subconjunto de orgs (no todo el canal).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Definidas en collections_config.json: nombre, policy, blockToLive.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Datos reales en la BD privada del peer, hash en el ledger publico.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Tokens fungibles vs NFT en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Fungible: balance por cuenta, tipo ERC-20.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NFT: cada token unico con tokenID y metadata, composite keys por owner.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Seguridad (determinismo, MVCC, checklist):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Determinismo: no usar time.Now, rand, http, map iteration.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MVCC: conflicto cuando 2 transacciones tocan las mismas keys.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Checklist: verificar identidad, validar inputs, paginar queries, no loguear secretos.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Gateway SDK: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Libreria cliente para conectar apps con la red Fabric.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Flujo: wallet -&gt; gateway -&gt; peer -&gt; chaincode.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submitTransaction (escritura) vs evaluateTransaction (lectura).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10. Testing con mocks: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Mockear ctx, stub e clientIdentity con sinon/testify.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Configurar respuestas esperadas: getState.resolves(...), etc.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Verificar que se llamaron las funciones correctas (putState, setEvent).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2747</Words>
  <Application>Microsoft Office PowerPoint</Application>
  <PresentationFormat>Personalizado</PresentationFormat>
  <Paragraphs>155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5</cp:revision>
  <dcterms:created xsi:type="dcterms:W3CDTF">2013-01-27T09:14:16Z</dcterms:created>
  <dcterms:modified xsi:type="dcterms:W3CDTF">2026-04-23T11:19:24Z</dcterms:modified>
  <cp:category/>
</cp:coreProperties>
</file>