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1">
                <a:solidFill>
                  <a:srgbClr val="22627E"/>
                </a:solidFill>
                <a:latin typeface="Calibri"/>
              </a:defRPr>
            </a:pPr>
            <a:r>
              <a:t>Modulo 4: Tokens y Smart Contracts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28800"/>
            <a:ext cx="10972800" cy="2286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5400" b="1">
                <a:solidFill>
                  <a:srgbClr val="22627E"/>
                </a:solidFill>
                <a:latin typeface="Calibri"/>
              </a:defRPr>
            </a:pPr>
            <a:r>
              <a:t>Integracion y</a:t>
            </a:r>
            <a:br/>
            <a:r>
              <a:t>Proyecto Final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114800"/>
            <a:ext cx="1097280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400" b="0">
                <a:solidFill>
                  <a:srgbClr val="333333"/>
                </a:solidFill>
                <a:latin typeface="Calibri"/>
              </a:defRPr>
            </a:pPr>
            <a:r>
              <a:t>Dia 6 - Fabric Gateway SDK, testing y proyecto de trazabilidad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Repaso del dia anterior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1. ¿Que es una politica de endorsement state-based?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2. Nombra 3 errores de determinismo en chaincodes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3. ¿Que es un conflicto MVCC?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4. ¿Como se migran datos al actualizar un chaincode?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200400" cy="4572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3200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CULTURA GENERAL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31920" y="228600"/>
            <a:ext cx="77724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333333"/>
                </a:solidFill>
                <a:latin typeface="Calibri"/>
              </a:defRPr>
            </a:pPr>
            <a:r>
              <a:t>Tim Berners-Lee y la descentralizacion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Tim Berners-Lee invento la World Wide Web en 1989 en el CERN.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Su vision original era una web descentralizada donde cada persona controlara sus datos.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30 anos despues, la web esta dominada por unos pocos gigantes (Google, Meta, Amazon).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En 2018, Berners-Lee lanzo Solid, un proyecto para devolver el control de los datos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a los usuarios, usando 'pods' personales de datos.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Conexion con Fabric: la idea de que los participantes controlen sus propios datos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sin depender de un intermediario central es la misma que motiva blockchain enterprise.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Fabric va un paso mas alla: no solo controlas tus datos, sino que puedes verificar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criptograficamente que los datos de los demas son correctos.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828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4800" b="1">
                <a:solidFill>
                  <a:srgbClr val="FFFFFF"/>
                </a:solidFill>
                <a:latin typeface="Calibri"/>
              </a:defRPr>
            </a:pPr>
            <a:r>
              <a:t>Fabric Gateway SDK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14800"/>
            <a:ext cx="1005840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400" b="0">
                <a:solidFill>
                  <a:srgbClr val="FFFFFF"/>
                </a:solidFill>
                <a:latin typeface="Calibri"/>
              </a:defRPr>
            </a:pPr>
            <a:r>
              <a:t>Conectar aplicaciones cliente con la red Fabric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Fabric Gateway SDK: vision general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El Gateway SDK es la forma estandar de conectar una app con Fabric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Disponible en Node.js, Go y Java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Reemplaza al antiguo Fabric SDK (mucho mas complejo)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Flujo simplificado: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1. Cargar identidad (certificado + clave privada) desde wallet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2. Conectar al Gateway (apuntando a un peer de tu org)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3. Obtener referencia al canal y al contrato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4. Invocar funciones: submit (escritura) o evaluate (lectura)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5. Desconectar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El Gateway se encarga de: descubrimiento de peers, endorsement, ordering y commit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22627E"/>
                </a:solidFill>
                <a:latin typeface="Calibri"/>
              </a:defRPr>
            </a:pPr>
            <a:r>
              <a:t>Gateway SDK: conexion en Node.js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Conexion completa: wallet -&gt; gateway -&gt; contrato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NODE.JS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1247120" cy="512064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00200"/>
            <a:ext cx="10698480" cy="4754880"/>
          </a:xfrm>
          <a:prstGeom prst="rect">
            <a:avLst/>
          </a:prstGeom>
          <a:noFill/>
        </p:spPr>
        <p:txBody>
          <a:bodyPr wrap="square"/>
          <a:lstStyle/>
          <a:p>
            <a:br/>
            <a:pPr algn="l">
              <a:defRPr sz="1500" b="0">
                <a:solidFill>
                  <a:srgbClr val="D4D4D4"/>
                </a:solidFill>
                <a:latin typeface="Consolas"/>
              </a:defRPr>
            </a:pPr>
            <a:r>
              <a:t>const { Gateway, Wallets } = require('fabric-network');</a:t>
            </a:r>
            <a:br/>
            <a:r>
              <a:t>const path = require('path');</a:t>
            </a:r>
            <a:br/>
            <a:r>
              <a:t>const fs = require('fs');</a:t>
            </a:r>
            <a:br/>
            <a:br/>
            <a:r>
              <a:t>async function main() {</a:t>
            </a:r>
            <a:br/>
            <a:r>
              <a:t>    // 1. Cargar connection profile</a:t>
            </a:r>
            <a:br/>
            <a:r>
              <a:t>    const ccpPath = path.resolve(__dirname, 'connection-org1.json');</a:t>
            </a:r>
            <a:br/>
            <a:r>
              <a:t>    const ccp = JSON.parse(fs.readFileSync(ccpPath, 'utf8'));</a:t>
            </a:r>
            <a:br/>
            <a:br/>
            <a:r>
              <a:t>    // 2. Cargar identidad desde wallet</a:t>
            </a:r>
            <a:br/>
            <a:r>
              <a:t>    const walletPath = path.join(__dirname, 'wallet');</a:t>
            </a:r>
            <a:br/>
            <a:r>
              <a:t>    const wallet = await Wallets.newFileSystemWallet(walletPath);</a:t>
            </a:r>
            <a:br/>
            <a:br/>
            <a:r>
              <a:t>    // 3. Conectar al Gateway</a:t>
            </a:r>
            <a:br/>
            <a:r>
              <a:t>    const gateway = new Gateway();</a:t>
            </a:r>
            <a:br/>
            <a:r>
              <a:t>    await gateway.connect(ccp, {</a:t>
            </a:r>
            <a:br/>
            <a:r>
              <a:t>        wallet,</a:t>
            </a:r>
            <a:br/>
            <a:r>
              <a:t>        identity: 'appUser',</a:t>
            </a:r>
            <a:br/>
            <a:r>
              <a:t>        discovery: { enabled: true, asLocalhost: true }</a:t>
            </a:r>
            <a:br/>
            <a:r>
              <a:t>    });</a:t>
            </a:r>
            <a:br/>
            <a:br/>
            <a:r>
              <a:t>    // 4. Obtener canal y contrato</a:t>
            </a:r>
            <a:br/>
            <a:r>
              <a:t>    const network = await gateway.getNetwork('mychannel');</a:t>
            </a:r>
            <a:br/>
            <a:r>
              <a:t>    const contract = network.getContract('foodtrace');</a:t>
            </a:r>
            <a:br/>
            <a:br/>
            <a:r>
              <a:t>    // 5. Invocar funciones</a:t>
            </a:r>
            <a:br/>
            <a:r>
              <a:t>    const result = await contract.evaluateTransaction('GetAllLots');</a:t>
            </a:r>
            <a:br/>
            <a:r>
              <a:t>    console.log(JSON.parse(result.toString()));</a:t>
            </a:r>
            <a:br/>
            <a:br/>
            <a:r>
              <a:t>    gateway.disconnect();</a:t>
            </a:r>
            <a:br/>
            <a:r>
              <a:t>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22627E"/>
                </a:solidFill>
                <a:latin typeface="Calibri"/>
              </a:defRPr>
            </a:pPr>
            <a:r>
              <a:t>Gateway SDK: submit vs evaluate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Lectura (evaluate) vs escritura (submit) + eventos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NODE.JS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1247120" cy="512064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00200"/>
            <a:ext cx="10698480" cy="4754880"/>
          </a:xfrm>
          <a:prstGeom prst="rect">
            <a:avLst/>
          </a:prstGeom>
          <a:noFill/>
        </p:spPr>
        <p:txBody>
          <a:bodyPr wrap="square"/>
          <a:lstStyle/>
          <a:p>
            <a:br/>
            <a:pPr algn="l">
              <a:defRPr sz="1500" b="0">
                <a:solidFill>
                  <a:srgbClr val="D4D4D4"/>
                </a:solidFill>
                <a:latin typeface="Consolas"/>
              </a:defRPr>
            </a:pPr>
            <a:r>
              <a:t>// EVALUATE: solo lectura, no genera transaccion en el ledger</a:t>
            </a:r>
            <a:br/>
            <a:r>
              <a:t>// Se ejecuta en UN solo peer (rapido)</a:t>
            </a:r>
            <a:br/>
            <a:r>
              <a:t>const result = await contract.evaluateTransaction('ReadProperty', 'PROP001');</a:t>
            </a:r>
            <a:br/>
            <a:r>
              <a:t>const property = JSON.parse(result.toString());</a:t>
            </a:r>
            <a:br/>
            <a:r>
              <a:t>console.log(property);</a:t>
            </a:r>
            <a:br/>
            <a:br/>
            <a:r>
              <a:t>// SUBMIT: escritura, genera transaccion completa</a:t>
            </a:r>
            <a:br/>
            <a:r>
              <a:t>// Endorse -&gt; Order -&gt; Commit (mas lento, modifica el ledger)</a:t>
            </a:r>
            <a:br/>
            <a:r>
              <a:t>await contract.submitTransaction('CreateProperty',</a:t>
            </a:r>
            <a:br/>
            <a:r>
              <a:t>    'PROP002', 'Calle Mayor 1', 'Org1MSP', '120', 'apartment', '250000');</a:t>
            </a:r>
            <a:br/>
            <a:br/>
            <a:r>
              <a:t>// SUBMIT con transient data (para Private Data)</a:t>
            </a:r>
            <a:br/>
            <a:r>
              <a:t>const transientData = {</a:t>
            </a:r>
            <a:br/>
            <a:r>
              <a:t>    price: Buffer.from(JSON.stringify({ amount: 350000, currency: 'EUR' }))</a:t>
            </a:r>
            <a:br/>
            <a:r>
              <a:t>};</a:t>
            </a:r>
            <a:br/>
            <a:r>
              <a:t>await contract.createTransaction('SetPrivatePrice')</a:t>
            </a:r>
            <a:br/>
            <a:r>
              <a:t>    .setTransient(transientData)</a:t>
            </a:r>
            <a:br/>
            <a:r>
              <a:t>    .submit('PROP001');</a:t>
            </a:r>
            <a:br/>
            <a:br/>
            <a:r>
              <a:t>// Escuchar eventos</a:t>
            </a:r>
            <a:br/>
            <a:r>
              <a:t>await contract.addContractListener(async (event) =&gt; {</a:t>
            </a:r>
            <a:br/>
            <a:r>
              <a:t>    console.log(`Evento: ${event.eventName}`);</a:t>
            </a:r>
            <a:br/>
            <a:r>
              <a:t>    console.log(`Payload: ${event.payload.toString()}`);</a:t>
            </a:r>
            <a:br/>
            <a:r>
              <a:t>});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22627E"/>
                </a:solidFill>
                <a:latin typeface="Calibri"/>
              </a:defRPr>
            </a:pPr>
            <a:r>
              <a:t>Gateway SDK: conexion en 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Misma estructura: conectar, obtener contrato, invocar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GO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1247120" cy="512064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00200"/>
            <a:ext cx="10698480" cy="4754880"/>
          </a:xfrm>
          <a:prstGeom prst="rect">
            <a:avLst/>
          </a:prstGeom>
          <a:noFill/>
        </p:spPr>
        <p:txBody>
          <a:bodyPr wrap="square"/>
          <a:lstStyle/>
          <a:p>
            <a:br/>
            <a:pPr algn="l">
              <a:defRPr sz="1500" b="0">
                <a:solidFill>
                  <a:srgbClr val="D4D4D4"/>
                </a:solidFill>
                <a:latin typeface="Consolas"/>
              </a:defRPr>
            </a:pPr>
            <a:r>
              <a:t>package main</a:t>
            </a:r>
            <a:br/>
            <a:br/>
            <a:r>
              <a:t>import (</a:t>
            </a:r>
            <a:br/>
            <a:r>
              <a:t>    "github.com/hyperledger/fabric-gateway/pkg/client"</a:t>
            </a:r>
            <a:br/>
            <a:r>
              <a:t>    "google.golang.org/grpc"</a:t>
            </a:r>
            <a:br/>
            <a:r>
              <a:t>    "crypto/x509"</a:t>
            </a:r>
            <a:br/>
            <a:r>
              <a:t>)</a:t>
            </a:r>
            <a:br/>
            <a:br/>
            <a:r>
              <a:t>func main() {</a:t>
            </a:r>
            <a:br/>
            <a:r>
              <a:t>    // 1. Conexion gRPC al peer</a:t>
            </a:r>
            <a:br/>
            <a:r>
              <a:t>    clientConnection, _ := grpc.NewClient("localhost:7051", grpc.WithTransportCredentials(...))</a:t>
            </a:r>
            <a:br/>
            <a:r>
              <a:t>    defer clientConnection.Close()</a:t>
            </a:r>
            <a:br/>
            <a:br/>
            <a:r>
              <a:t>    // 2. Crear identidad</a:t>
            </a:r>
            <a:br/>
            <a:r>
              <a:t>    id := client.NewX509Identity("Org1MSP", certificate)</a:t>
            </a:r>
            <a:br/>
            <a:r>
              <a:t>    sign, _ := client.NewSign(privateKey)</a:t>
            </a:r>
            <a:br/>
            <a:br/>
            <a:r>
              <a:t>    // 3. Conectar al Gateway</a:t>
            </a:r>
            <a:br/>
            <a:r>
              <a:t>    gw, _ := client.Connect(id, client.WithSign(sign),</a:t>
            </a:r>
            <a:br/>
            <a:r>
              <a:t>        client.WithClientConnection(clientConnection))</a:t>
            </a:r>
            <a:br/>
            <a:r>
              <a:t>    defer gw.Close()</a:t>
            </a:r>
            <a:br/>
            <a:br/>
            <a:r>
              <a:t>    // 4. Obtener canal y contrato</a:t>
            </a:r>
            <a:br/>
            <a:r>
              <a:t>    network := gw.GetNetwork("mychannel")</a:t>
            </a:r>
            <a:br/>
            <a:r>
              <a:t>    contract := network.GetContract("foodtrace")</a:t>
            </a:r>
            <a:br/>
            <a:br/>
            <a:r>
              <a:t>    // 5. Evaluar (lectura)</a:t>
            </a:r>
            <a:br/>
            <a:r>
              <a:t>    result, _ := contract.EvaluateTransaction("GetAllLots")</a:t>
            </a:r>
            <a:br/>
            <a:br/>
            <a:r>
              <a:t>    // 6. Submit (escritura)</a:t>
            </a:r>
            <a:br/>
            <a:r>
              <a:t>    _, err := contract.SubmitTransaction("ProduceLot",</a:t>
            </a:r>
            <a:br/>
            <a:r>
              <a:t>        "LOT-001", "mango", "Spain", "500.0")</a:t>
            </a:r>
            <a:br/>
            <a:r>
              <a:t>}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Identity Wallet: gestion de identidades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La wallet almacena las identidades (cert + clave privada) de los usuarios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Tipos de wallet en el SDK: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FileSystemWallet: archivos en disco (desarrollo)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InMemoryWallet: en memoria (testing)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CouchDBWallet: en CouchDB (produccion ligera)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HSMWallet: Hardware Security Module (produccion enterprise)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En produccion: usar HSM o sistema de gestion de secretos (Vault)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En desarrollo: FileSystemWallet es suficiente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Importante: la wallet NO es como MetaMask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En EVM, la wallet tiene una clave privada que genera una direccion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En Fabric, la wallet tiene un certificado X.509 emitido por una CA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El certificado contiene: nombre, organizacion, rol, atributos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Diagrama: Flujo completo de una app Fabric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1371600"/>
            <a:ext cx="9418320" cy="41148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2286000"/>
            <a:ext cx="850392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400" b="0">
                <a:solidFill>
                  <a:srgbClr val="999999"/>
                </a:solidFill>
                <a:latin typeface="Calibri"/>
              </a:defRPr>
            </a:pPr>
            <a:r>
              <a:t>[Diagrama: App -&gt; Wallet -&gt; Gateway -&gt; Peer -&gt; Chaincode -&gt; World State]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3840480"/>
            <a:ext cx="9418320" cy="3200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3840480"/>
            <a:ext cx="94183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Prompt para IA generativa: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4297680"/>
            <a:ext cx="886968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7C3AED"/>
                </a:solidFill>
                <a:latin typeface="Consolas"/>
              </a:defRPr>
            </a:pPr>
            <a:r>
              <a:t>Architecture diagram showing complete Fabric application flow: Client App loads identity from Wallet, connects through Gateway to Peer node, Peer executes Chaincode which reads/writes World State. Include Orderer for transaction ordering. Clean flat design, teal color scheme, labeled arrows showing data flow.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828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4800" b="1">
                <a:solidFill>
                  <a:srgbClr val="FFFFFF"/>
                </a:solidFill>
                <a:latin typeface="Calibri"/>
              </a:defRPr>
            </a:pPr>
            <a:r>
              <a:t>Testing de Chaincodes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14800"/>
            <a:ext cx="1005840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400" b="0">
                <a:solidFill>
                  <a:srgbClr val="FFFFFF"/>
                </a:solidFill>
                <a:latin typeface="Calibri"/>
              </a:defRPr>
            </a:pPr>
            <a:r>
              <a:t>Unit tests, mocks y tests de integracion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Estrategia de testing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Tres niveles de testing para chaincodes: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Unit tests: probar funciones individuales con mocks del stub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Integration tests: probar contra una red real (test-network)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End-to-end: probar la app completa (cliente + chaincode + red)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En el curso nos centramos en unit tests e integracion basica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Herramientas: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Go: testing package + mockery/counterfeiter para generar mocks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Node.js: Jest/Mocha + sinon para mocks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Fabric: fabric-samples tiene ejemplos de tests en ambos lenguajes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22627E"/>
                </a:solidFill>
                <a:latin typeface="Calibri"/>
              </a:defRPr>
            </a:pPr>
            <a:r>
              <a:t>Unit test con mock del Stub (Go)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Mockear Stub, Identity y verificar llamadas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GO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1247120" cy="512064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00200"/>
            <a:ext cx="10698480" cy="4754880"/>
          </a:xfrm>
          <a:prstGeom prst="rect">
            <a:avLst/>
          </a:prstGeom>
          <a:noFill/>
        </p:spPr>
        <p:txBody>
          <a:bodyPr wrap="square"/>
          <a:lstStyle/>
          <a:p>
            <a:br/>
            <a:pPr algn="l">
              <a:defRPr sz="1500" b="0">
                <a:solidFill>
                  <a:srgbClr val="D4D4D4"/>
                </a:solidFill>
                <a:latin typeface="Consolas"/>
              </a:defRPr>
            </a:pPr>
            <a:r>
              <a:t>func TestCreateProperty(t *testing.T) {</a:t>
            </a:r>
            <a:br/>
            <a:r>
              <a:t>    // Crear mock del TransactionContext y del Stub</a:t>
            </a:r>
            <a:br/>
            <a:r>
              <a:t>    mockCtx := new(mocks.TransactionContext)</a:t>
            </a:r>
            <a:br/>
            <a:r>
              <a:t>    mockStub := new(mocks.ChaincodeStub)</a:t>
            </a:r>
            <a:br/>
            <a:r>
              <a:t>    mockIdentity := new(mocks.ClientIdentity)</a:t>
            </a:r>
            <a:br/>
            <a:br/>
            <a:r>
              <a:t>    mockCtx.On("GetStub").Return(mockStub)</a:t>
            </a:r>
            <a:br/>
            <a:r>
              <a:t>    mockCtx.On("GetClientIdentity").Return(mockIdentity)</a:t>
            </a:r>
            <a:br/>
            <a:r>
              <a:t>    mockIdentity.On("GetMSPID").Return("Org1MSP", nil)</a:t>
            </a:r>
            <a:br/>
            <a:r>
              <a:t>    mockIdentity.On("AssertAttributeValue", "role", "registrador").</a:t>
            </a:r>
            <a:br/>
            <a:r>
              <a:t>        Return(nil)</a:t>
            </a:r>
            <a:br/>
            <a:br/>
            <a:r>
              <a:t>    // GetState devuelve nil (propiedad no existe)</a:t>
            </a:r>
            <a:br/>
            <a:r>
              <a:t>    mockStub.On("GetState", "PROP001").Return(nil, nil)</a:t>
            </a:r>
            <a:br/>
            <a:r>
              <a:t>    // PutState acepta cualquier valor</a:t>
            </a:r>
            <a:br/>
            <a:r>
              <a:t>    mockStub.On("PutState", "PROP001", mock.Anything).Return(nil)</a:t>
            </a:r>
            <a:br/>
            <a:br/>
            <a:r>
              <a:t>    // Ejecutar</a:t>
            </a:r>
            <a:br/>
            <a:r>
              <a:t>    contract := SmartContract{}</a:t>
            </a:r>
            <a:br/>
            <a:r>
              <a:t>    err := contract.CreateProperty(mockCtx,</a:t>
            </a:r>
            <a:br/>
            <a:r>
              <a:t>        "PROP001", "Calle Mayor 1", "Org1MSP", 120, "apartment", 250000)</a:t>
            </a:r>
            <a:br/>
            <a:br/>
            <a:r>
              <a:t>    // Verificar</a:t>
            </a:r>
            <a:br/>
            <a:r>
              <a:t>    assert.NoError(t, err)</a:t>
            </a:r>
            <a:br/>
            <a:r>
              <a:t>    mockStub.AssertCalled(t, "PutState", "PROP001", mock.Anything)</a:t>
            </a:r>
            <a:br/>
            <a:r>
              <a:t>}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22627E"/>
                </a:solidFill>
                <a:latin typeface="Calibri"/>
              </a:defRPr>
            </a:pPr>
            <a:r>
              <a:t>Unit test con mock (Node.js)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Sinon para mocks, Chai para assertions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NODE.JS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1247120" cy="512064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00200"/>
            <a:ext cx="10698480" cy="4754880"/>
          </a:xfrm>
          <a:prstGeom prst="rect">
            <a:avLst/>
          </a:prstGeom>
          <a:noFill/>
        </p:spPr>
        <p:txBody>
          <a:bodyPr wrap="square"/>
          <a:lstStyle/>
          <a:p>
            <a:br/>
            <a:pPr algn="l">
              <a:defRPr sz="1500" b="0">
                <a:solidFill>
                  <a:srgbClr val="D4D4D4"/>
                </a:solidFill>
                <a:latin typeface="Consolas"/>
              </a:defRPr>
            </a:pPr>
            <a:r>
              <a:t>const { expect } = require('chai');</a:t>
            </a:r>
            <a:br/>
            <a:r>
              <a:t>const sinon = require('sinon');</a:t>
            </a:r>
            <a:br/>
            <a:r>
              <a:t>const { AssetContract } = require('../lib/assetContract');</a:t>
            </a:r>
            <a:br/>
            <a:br/>
            <a:r>
              <a:t>describe('AssetContract', () =&gt; {</a:t>
            </a:r>
            <a:br/>
            <a:r>
              <a:t>    let contract;</a:t>
            </a:r>
            <a:br/>
            <a:r>
              <a:t>    let ctx;</a:t>
            </a:r>
            <a:br/>
            <a:br/>
            <a:r>
              <a:t>    beforeEach(() =&gt; {</a:t>
            </a:r>
            <a:br/>
            <a:r>
              <a:t>        contract = new AssetContract();</a:t>
            </a:r>
            <a:br/>
            <a:r>
              <a:t>        ctx = {</a:t>
            </a:r>
            <a:br/>
            <a:r>
              <a:t>            stub: {</a:t>
            </a:r>
            <a:br/>
            <a:r>
              <a:t>                getState: sinon.stub(),</a:t>
            </a:r>
            <a:br/>
            <a:r>
              <a:t>                putState: sinon.stub(),</a:t>
            </a:r>
            <a:br/>
            <a:r>
              <a:t>                setEvent: sinon.stub(),</a:t>
            </a:r>
            <a:br/>
            <a:r>
              <a:t>            },</a:t>
            </a:r>
            <a:br/>
            <a:r>
              <a:t>            clientIdentity: {</a:t>
            </a:r>
            <a:br/>
            <a:r>
              <a:t>                getMSPID: sinon.stub().returns('Org1MSP'),</a:t>
            </a:r>
            <a:br/>
            <a:r>
              <a:t>                getID: sinon.stub().returns('user1'),</a:t>
            </a:r>
            <a:br/>
            <a:r>
              <a:t>                getAttributeValue: sinon.stub().returns(['registrador', true]),</a:t>
            </a:r>
            <a:br/>
            <a:r>
              <a:t>            },</a:t>
            </a:r>
            <a:br/>
            <a:r>
              <a:t>        };</a:t>
            </a:r>
            <a:br/>
            <a:r>
              <a:t>    });</a:t>
            </a:r>
            <a:br/>
            <a:br/>
            <a:r>
              <a:t>    it('should create a property', async () =&gt; {</a:t>
            </a:r>
            <a:br/>
            <a:r>
              <a:t>        ctx.stub.getState.resolves(null); // No existe</a:t>
            </a:r>
            <a:br/>
            <a:r>
              <a:t>        await contract.CreateProperty(ctx,</a:t>
            </a:r>
            <a:br/>
            <a:r>
              <a:t>            'PROP001', 'Calle Mayor 1', 'Org1MSP', '120', 'apartment', '250000');</a:t>
            </a:r>
            <a:br/>
            <a:br/>
            <a:r>
              <a:t>        expect(ctx.stub.putState.calledOnce).to.be.true;</a:t>
            </a:r>
            <a:br/>
            <a:r>
              <a:t>        const savedData = JSON.parse(ctx.stub.putState.firstCall.args[1]);</a:t>
            </a:r>
            <a:br/>
            <a:r>
              <a:t>        expect(savedData.id).to.equal('PROP001');</a:t>
            </a:r>
            <a:br/>
            <a:r>
              <a:t>    });</a:t>
            </a:r>
            <a:br/>
            <a:r>
              <a:t>});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22627E"/>
                </a:solidFill>
                <a:latin typeface="Calibri"/>
              </a:defRPr>
            </a:pPr>
            <a:r>
              <a:t>Prompt IA: Generar tests para un chaincode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2011680" cy="4114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201168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PROMPT IA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011680"/>
            <a:ext cx="11247120" cy="4114800"/>
          </a:xfrm>
          <a:prstGeom prst="rect">
            <a:avLst/>
          </a:prstGeom>
          <a:solidFill>
            <a:srgbClr val="F8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194560"/>
            <a:ext cx="10698480" cy="374903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700" b="0">
                <a:solidFill>
                  <a:srgbClr val="333333"/>
                </a:solidFill>
                <a:latin typeface="Consolas"/>
              </a:defRPr>
            </a:pPr>
            <a:r>
              <a:t>Genera una suite de unit tests para el siguiente chaincode</a:t>
            </a:r>
            <a:br/>
            <a:r>
              <a:t>de Hyperledger Fabric en [Go/Node.js].</a:t>
            </a:r>
            <a:br/>
            <a:br/>
            <a:r>
              <a:t>El chaincode tiene las funciones:</a:t>
            </a:r>
            <a:br/>
            <a:r>
              <a:t>- CreateProperty(id, address, owner, area, propertyType, value)</a:t>
            </a:r>
            <a:br/>
            <a:r>
              <a:t>- ReadProperty(id)</a:t>
            </a:r>
            <a:br/>
            <a:r>
              <a:t>- TransferProperty(id, newOwner)</a:t>
            </a:r>
            <a:br/>
            <a:r>
              <a:t>- UpdatePropertyValue(id, newValue)</a:t>
            </a:r>
            <a:br/>
            <a:r>
              <a:t>- GetAllProperties(pageSize, bookmark)</a:t>
            </a:r>
            <a:br/>
            <a:br/>
            <a:r>
              <a:t>Para cada funcion genera tests que cubran:</a:t>
            </a:r>
            <a:br/>
            <a:r>
              <a:t>1. Caso exitoso (happy path)</a:t>
            </a:r>
            <a:br/>
            <a:r>
              <a:t>2. Caso de error: activo no existe</a:t>
            </a:r>
            <a:br/>
            <a:r>
              <a:t>3. Caso de error: permisos insuficientes</a:t>
            </a:r>
            <a:br/>
            <a:r>
              <a:t>4. Caso de error: inputs invalidos</a:t>
            </a:r>
            <a:br/>
            <a:br/>
            <a:r>
              <a:t>Usa mocks para el Stub y ClientIdentity.</a:t>
            </a:r>
            <a:br/>
            <a:r>
              <a:t>[Go: mockery/testify] [Node.js: sinon/chai]</a:t>
            </a:r>
            <a:br/>
            <a:br/>
            <a:r>
              <a:t>[Pegar aqui el codigo del chaincode]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828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4800" b="1">
                <a:solidFill>
                  <a:srgbClr val="FFFFFF"/>
                </a:solidFill>
                <a:latin typeface="Calibri"/>
              </a:defRPr>
            </a:pPr>
            <a:r>
              <a:t>Proyecto Final:</a:t>
            </a:r>
            <a:br/>
            <a:r>
              <a:t>Trazabilidad Alimentaria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14800"/>
            <a:ext cx="1005840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400" b="0">
                <a:solidFill>
                  <a:srgbClr val="FFFFFF"/>
                </a:solidFill>
                <a:latin typeface="Calibri"/>
              </a:defRPr>
            </a:pPr>
            <a:r>
              <a:t>Integrando todo lo aprendido en el modulo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Proyecto final: alcance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Objetivo: construir un sistema completo de trazabilidad alimentaria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Componentes a entregar: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1. Chaincode de FoodLot (Go o Node.js) - desarrollado en dia 4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2. App cliente con Gateway SDK (Node.js o Go)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3. Tests unitarios para las funciones principales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4. Despliegue en test-network funcionando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5. Demo de trazabilidad completa de un lote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Organizaciones: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Org1: Productor (crea lotes, registra origen)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Org2: Distribuidor (recibe lotes, registra transporte)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Tiempo: resto de la sesion + presentacion al final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D9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2286000" cy="457200"/>
          </a:xfrm>
          <a:prstGeom prst="rect">
            <a:avLst/>
          </a:prstGeom>
          <a:solidFill>
            <a:srgbClr val="0D9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2286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PRACTICA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74320"/>
            <a:ext cx="8686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000" b="1">
                <a:solidFill>
                  <a:srgbClr val="333333"/>
                </a:solidFill>
                <a:latin typeface="Calibri"/>
              </a:defRPr>
            </a:pPr>
            <a:r>
              <a:t>Proyecto: setup y desarrollo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0D9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Paso 1: Preparar el chaincode (15 min)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- Partir del chaincode FoodLot del dia 4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- Anadir funciones que falten: QueryByProduct, GetHistory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- Verificar checklist de seguridad del dia 5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Paso 2: Desplegar en test-network (15 min)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- ./network.sh up createChannel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- Desplegar chaincode con lifecycle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- Verificar con peer chaincode invoke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Paso 3: Crear app cliente (45 min)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- Usar Gateway SDK para conectar al chaincode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- Implementar flujo: crear lote -&gt; transferir -&gt; consultar historial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- Escuchar eventos de transferencia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D9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2286000" cy="457200"/>
          </a:xfrm>
          <a:prstGeom prst="rect">
            <a:avLst/>
          </a:prstGeom>
          <a:solidFill>
            <a:srgbClr val="0D9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2286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PRACTICA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74320"/>
            <a:ext cx="8686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000" b="1">
                <a:solidFill>
                  <a:srgbClr val="333333"/>
                </a:solidFill>
                <a:latin typeface="Calibri"/>
              </a:defRPr>
            </a:pPr>
            <a:r>
              <a:t>Proyecto: testing y demo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0D9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Paso 4: Tests unitarios (20 min)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- Crear tests para ProduceLot, TransferLot, GetHistory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- Al menos un test de permisos (solo holder transfiere)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Paso 5: Demo de trazabilidad completa (15 min por pareja)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- Mostrar el flujo completo: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  1. Org1 crea lote de mangos de Malaga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  2. Org1 transfiere a Org2 con temperatura 4C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  3. Org2 confirma recepcion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  4. Consultar trazabilidad: se ve todo el historial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  5. [Bonus] Org2 reporta alerta de temperatura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  6. [Bonus] Regulador hace recall del lote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Presentar: decisiones de diseno, problemas encontrados, soluciones.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22627E"/>
                </a:solidFill>
                <a:latin typeface="Calibri"/>
              </a:defRPr>
            </a:pPr>
            <a:r>
              <a:t>Prompt IA: App cliente con Gateway SDK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2011680" cy="4114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201168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PROMPT IA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011680"/>
            <a:ext cx="11247120" cy="4114800"/>
          </a:xfrm>
          <a:prstGeom prst="rect">
            <a:avLst/>
          </a:prstGeom>
          <a:solidFill>
            <a:srgbClr val="F8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194560"/>
            <a:ext cx="10698480" cy="374903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700" b="0">
                <a:solidFill>
                  <a:srgbClr val="333333"/>
                </a:solidFill>
                <a:latin typeface="Consolas"/>
              </a:defRPr>
            </a:pPr>
            <a:r>
              <a:t>Genera una aplicacion cliente Node.js para Hyperledger Fabric</a:t>
            </a:r>
            <a:br/>
            <a:r>
              <a:t>que se conecte a un chaincode de trazabilidad alimentaria</a:t>
            </a:r>
            <a:br/>
            <a:r>
              <a:t>llamado 'foodtrace' en el canal 'mychannel'.</a:t>
            </a:r>
            <a:br/>
            <a:br/>
            <a:r>
              <a:t>La aplicacion debe:</a:t>
            </a:r>
            <a:br/>
            <a:r>
              <a:t>1. Conectar al Gateway usando connection profile de Org1</a:t>
            </a:r>
            <a:br/>
            <a:r>
              <a:t>2. Cargar identidad desde wallet (FileSystemWallet)</a:t>
            </a:r>
            <a:br/>
            <a:r>
              <a:t>3. Implementar funciones para:</a:t>
            </a:r>
            <a:br/>
            <a:r>
              <a:t>   - Crear un lote (ProduceLot)</a:t>
            </a:r>
            <a:br/>
            <a:r>
              <a:t>   - Transferir un lote (TransferLot)</a:t>
            </a:r>
            <a:br/>
            <a:r>
              <a:t>   - Consultar historial (GetLotHistory)</a:t>
            </a:r>
            <a:br/>
            <a:r>
              <a:t>   - Listar todos los lotes (GetAllLots)</a:t>
            </a:r>
            <a:br/>
            <a:r>
              <a:t>4. Escuchar eventos de LotTransferred</a:t>
            </a:r>
            <a:br/>
            <a:r>
              <a:t>5. Mostrar resultados por consola de forma legible</a:t>
            </a:r>
            <a:br/>
            <a:br/>
            <a:r>
              <a:t>Usa fabric-network SDK. El connection profile esta en</a:t>
            </a:r>
            <a:br/>
            <a:r>
              <a:t>test-network/organizations/peerOrganizations/.</a:t>
            </a:r>
            <a:br/>
            <a:r>
              <a:t>Incluye comentarios en espanol.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1645920" cy="457200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6459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DEBATE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27432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000" b="1">
                <a:solidFill>
                  <a:srgbClr val="333333"/>
                </a:solidFill>
                <a:latin typeface="Calibri"/>
              </a:defRPr>
            </a:pPr>
            <a:r>
              <a:t>Cierre del Modulo 4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1. ¿Que ha sido lo mas complejo de este modulo? ¿Y lo mas util?</a:t>
            </a:r>
          </a:p>
          <a:p>
            <a:pPr>
              <a:spcAft>
                <a:spcPts val="16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2. ¿Veis aplicacion real en vuestro sector para los tokens en Fabric?</a:t>
            </a:r>
          </a:p>
          <a:p>
            <a:pPr>
              <a:spcAft>
                <a:spcPts val="16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3. ¿Que echais en falta en Fabric comparado con Ethereum? ¿Y al reves?</a:t>
            </a:r>
          </a:p>
          <a:p>
            <a:pPr>
              <a:spcAft>
                <a:spcPts val="16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4. Si tuvierais que empezar un proyecto real manana, ¿que arquitectura elegiriais?</a:t>
            </a:r>
          </a:p>
          <a:p>
            <a:pPr>
              <a:spcAft>
                <a:spcPts val="16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5. ¿Que papel creeis que jugara la IA en el desarrollo de chaincodes?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Repaso del Modulo 4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1. Tokenizacion en Fabric vs Ethereum: principales diferencias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2. Tres formas de implementar tokens en Fabric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3. Anatomia de un chaincode: struct, Contract API, Stub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4. Patron CRUD y modelado de datos (JSON, composite keys)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5. Control de acceso: MSPID y ABAC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6. Private Data Collections: concepto y uso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7. Tokens fungibles (tipo ERC-20) y no fungibles en Fabric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8. Seguridad: determinismo, MVCC, checklist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9. Gateway SDK: conectar apps con la red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10. Testing: unit tests con mocks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