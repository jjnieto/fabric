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Implementacion de Tokens</a:t>
            </a:r>
            <a:br/>
            <a:r>
              <a:t>en Fabric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4 - Tokens fungibles, no fungibles y trazabilidad alimentaria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controla el acceso por organizacion en un chaincode?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ABAC y como se implementa?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¿Para que sirven las Private Data Collections?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¿Como se emiten eventos desde un chaincode?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Nick Szabo y los Smart Contracts (1994)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Nick Szabo es un informatico y criptografo que en 1994 propuso el concepto de 'smart contract'.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Su idea: codificar clausulas contractuales en software que se ejecute automaticamente.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ejemplo que usaba: una maquina expendedora es un smart contract primitivo.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Introduces monedas (input), seleccionas producto (condicion), recibes el producto (ejecucion).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No necesitas un intermediario: la maquina ejecuta el contrato.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Szabo tambien propuso 'Bit Gold' en 1998, un precursor de Bitcoin.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Muchos especulan que podria ser Satoshi Nakamoto, aunque el lo ha negado.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Curiosidad: en Fabric los smart contracts se llaman 'chaincodes',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pero la idea subyacente es la misma que Szabo propuso hace 30 anos.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Tokens Fungibles en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Implementacion tipo ERC-20 con modelo de cuentas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Token fungible: diseno del modelo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token fungible en Fabric se implementa como un chaincode con: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Modelo de datos: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 balance por cada participante (key: clientID, value: amount)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 registro de allowances para delegacion (key: owner|spender, value: amount)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Metadata del token: nombre, simbolo, decimales, totalSupply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Funciones principales: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Mint(amount) - crear tokens (solo minter autorizado)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Burn(amount) - destruir tokens propios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Transfer(to, amount) - enviar tokens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BalanceOf(owner) - consultar saldo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Approve(spender, amount) + TransferFrom(from, to, amount) - delegacion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TotalSupply() - supply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Identidad: el propietario se identifica por su certificado X.509, no por una direccion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fungible: Mint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Crear tokens: verificar rol, actualizar balance y totalSupply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Mint(ctx contractapi.TransactionContextInterface,</a:t>
            </a:r>
            <a:br/>
            <a:r>
              <a:t>    amount int) error {</a:t>
            </a:r>
            <a:br/>
            <a:br/>
            <a:r>
              <a:t>    // Solo el minter puede crear tokens</a:t>
            </a:r>
            <a:br/>
            <a:r>
              <a:t>    err := ctx.GetClientIdentity().AssertAttributeValue("role", "minter")</a:t>
            </a:r>
            <a:br/>
            <a:r>
              <a:t>    if err != nil {</a:t>
            </a:r>
            <a:br/>
            <a:r>
              <a:t>        return fmt.Errorf("solo el minter puede emitir tokens")</a:t>
            </a:r>
            <a:br/>
            <a:r>
              <a:t>    }</a:t>
            </a:r>
            <a:br/>
            <a:br/>
            <a:r>
              <a:t>    if amount &lt;= 0 {</a:t>
            </a:r>
            <a:br/>
            <a:r>
              <a:t>        return fmt.Errorf("amount debe ser positivo")</a:t>
            </a:r>
            <a:br/>
            <a:r>
              <a:t>    }</a:t>
            </a:r>
            <a:br/>
            <a:br/>
            <a:r>
              <a:t>    // Obtener ID del minter</a:t>
            </a:r>
            <a:br/>
            <a:r>
              <a:t>    minterID, _ := ctx.GetClientIdentity().GetID()</a:t>
            </a:r>
            <a:br/>
            <a:br/>
            <a:r>
              <a:t>    // Actualizar balance</a:t>
            </a:r>
            <a:br/>
            <a:r>
              <a:t>    currentBalance, _ := getBalance(ctx, minterID)</a:t>
            </a:r>
            <a:br/>
            <a:r>
              <a:t>    newBalance := currentBalance + amount</a:t>
            </a:r>
            <a:br/>
            <a:r>
              <a:t>    err = ctx.GetStub().PutState(balanceKey(minterID),</a:t>
            </a:r>
            <a:br/>
            <a:r>
              <a:t>        []byte(strconv.Itoa(newBalance)))</a:t>
            </a:r>
            <a:br/>
            <a:br/>
            <a:r>
              <a:t>    // Actualizar totalSupply</a:t>
            </a:r>
            <a:br/>
            <a:r>
              <a:t>    supply, _ := getTotalSupply(ctx)</a:t>
            </a:r>
            <a:br/>
            <a:r>
              <a:t>    ctx.GetStub().PutState("totalSupply",</a:t>
            </a:r>
            <a:br/>
            <a:r>
              <a:t>        []byte(strconv.Itoa(supply + amount)))</a:t>
            </a:r>
            <a:br/>
            <a:br/>
            <a:r>
              <a:t>    // Evento</a:t>
            </a:r>
            <a:br/>
            <a:r>
              <a:t>    ctx.GetStub().SetEvent("Mint",</a:t>
            </a:r>
            <a:br/>
            <a:r>
              <a:t>        []byte(fmt.Sprintf(`{"minter":"%s","amount":%d}`, minterID, amount)))</a:t>
            </a:r>
            <a:br/>
            <a:r>
              <a:t>    return err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fungible: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Verificar saldo, restar y sumar atomicamente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Transfer(ctx contractapi.TransactionContextInterface,</a:t>
            </a:r>
            <a:br/>
            <a:r>
              <a:t>    to string, amount int) error {</a:t>
            </a:r>
            <a:br/>
            <a:br/>
            <a:r>
              <a:t>    if amount &lt;= 0 {</a:t>
            </a:r>
            <a:br/>
            <a:r>
              <a:t>        return fmt.Errorf("amount debe ser positivo")</a:t>
            </a:r>
            <a:br/>
            <a:r>
              <a:t>    }</a:t>
            </a:r>
            <a:br/>
            <a:br/>
            <a:r>
              <a:t>    fromID, _ := ctx.GetClientIdentity().GetID()</a:t>
            </a:r>
            <a:br/>
            <a:r>
              <a:t>    if fromID == to {</a:t>
            </a:r>
            <a:br/>
            <a:r>
              <a:t>        return fmt.Errorf("no puedes transferirte a ti mismo")</a:t>
            </a:r>
            <a:br/>
            <a:r>
              <a:t>    }</a:t>
            </a:r>
            <a:br/>
            <a:br/>
            <a:r>
              <a:t>    // Verificar saldo</a:t>
            </a:r>
            <a:br/>
            <a:r>
              <a:t>    fromBalance, _ := getBalance(ctx, fromID)</a:t>
            </a:r>
            <a:br/>
            <a:r>
              <a:t>    if fromBalance &lt; amount {</a:t>
            </a:r>
            <a:br/>
            <a:r>
              <a:t>        return fmt.Errorf("saldo insuficiente: tiene %d, necesita %d",</a:t>
            </a:r>
            <a:br/>
            <a:r>
              <a:t>            fromBalance, amount)</a:t>
            </a:r>
            <a:br/>
            <a:r>
              <a:t>    }</a:t>
            </a:r>
            <a:br/>
            <a:br/>
            <a:r>
              <a:t>    // Actualizar balances</a:t>
            </a:r>
            <a:br/>
            <a:r>
              <a:t>    toBalance, _ := getBalance(ctx, to)</a:t>
            </a:r>
            <a:br/>
            <a:r>
              <a:t>    ctx.GetStub().PutState(balanceKey(fromID),</a:t>
            </a:r>
            <a:br/>
            <a:r>
              <a:t>        []byte(strconv.Itoa(fromBalance - amount)))</a:t>
            </a:r>
            <a:br/>
            <a:r>
              <a:t>    ctx.GetStub().PutState(balanceKey(to),</a:t>
            </a:r>
            <a:br/>
            <a:r>
              <a:t>        []byte(strconv.Itoa(toBalance + amount)))</a:t>
            </a:r>
            <a:br/>
            <a:br/>
            <a:r>
              <a:t>    // Evento</a:t>
            </a:r>
            <a:br/>
            <a:r>
              <a:t>    ctx.GetStub().SetEvent("Transfer",</a:t>
            </a:r>
            <a:br/>
            <a:r>
              <a:t>        []byte(fmt.Sprintf(`{"from":"%s","to":"%s","amount":%d}`,</a:t>
            </a:r>
            <a:br/>
            <a:r>
              <a:t>            fromID, to, amount)))</a:t>
            </a:r>
            <a:br/>
            <a:r>
              <a:t>    return nil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fungible en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Misma logica en JavaScript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NODE.JS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async Transfer(ctx, to, amount) {</a:t>
            </a:r>
            <a:br/>
            <a:r>
              <a:t>    amount = parseInt(amount);</a:t>
            </a:r>
            <a:br/>
            <a:r>
              <a:t>    if (amount &lt;= 0) throw new Error('Amount must be positive');</a:t>
            </a:r>
            <a:br/>
            <a:br/>
            <a:r>
              <a:t>    const fromID = ctx.clientIdentity.getID();</a:t>
            </a:r>
            <a:br/>
            <a:r>
              <a:t>    if (fromID === to) throw new Error('Cannot transfer to yourself');</a:t>
            </a:r>
            <a:br/>
            <a:br/>
            <a:r>
              <a:t>    // Read balances</a:t>
            </a:r>
            <a:br/>
            <a:r>
              <a:t>    const fromBalance = await this._getBalance(ctx, fromID);</a:t>
            </a:r>
            <a:br/>
            <a:r>
              <a:t>    if (fromBalance &lt; amount) {</a:t>
            </a:r>
            <a:br/>
            <a:r>
              <a:t>        throw new Error(</a:t>
            </a:r>
            <a:br/>
            <a:r>
              <a:t>            `Insufficient balance: has ${fromBalance}, needs ${amount}`);</a:t>
            </a:r>
            <a:br/>
            <a:r>
              <a:t>    }</a:t>
            </a:r>
            <a:br/>
            <a:r>
              <a:t>    const toBalance = await this._getBalance(ctx, to);</a:t>
            </a:r>
            <a:br/>
            <a:br/>
            <a:r>
              <a:t>    // Update balances</a:t>
            </a:r>
            <a:br/>
            <a:r>
              <a:t>    await ctx.stub.putState(</a:t>
            </a:r>
            <a:br/>
            <a:r>
              <a:t>        this._balanceKey(fromID),</a:t>
            </a:r>
            <a:br/>
            <a:r>
              <a:t>        Buffer.from((fromBalance - amount).toString()));</a:t>
            </a:r>
            <a:br/>
            <a:r>
              <a:t>    await ctx.stub.putState(</a:t>
            </a:r>
            <a:br/>
            <a:r>
              <a:t>        this._balanceKey(to),</a:t>
            </a:r>
            <a:br/>
            <a:r>
              <a:t>        Buffer.from((toBalance + amount).toString()));</a:t>
            </a:r>
            <a:br/>
            <a:br/>
            <a:r>
              <a:t>    // Emit event</a:t>
            </a:r>
            <a:br/>
            <a:r>
              <a:t>    ctx.stub.setEvent('Transfer', Buffer.from(JSON.stringify({</a:t>
            </a:r>
            <a:br/>
            <a:r>
              <a:t>        from: fromID, to, amount</a:t>
            </a:r>
            <a:br/>
            <a:r>
              <a:t>    })));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Tokens No Fungibles en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Activos unicos con composite keys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Token no fungible: diseno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token es un activo unico con su propia identidad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se divide ni se suma: se transfiere entero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Fabric se implementa con composite keys: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Key: nft~owner~tokenID (permite buscar por owner)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Key: nft~tokenID (permite buscar por ID directo)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token tiene metadata unica (JSON)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Funciones tipicas: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MintNFT(tokenID, metadata) - crear un NFT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TransferNFT(tokenID, newOwner) - transferir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GetNFT(tokenID) - leer metadata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GetNFTsByOwner(owner) - listar NFTs de un propietario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Diferencia con ERC-721: en Fabric la identidad es un cert X.509, no una direccion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NFT en Fabric: Mint y Transfer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type NFT struct {</a:t>
            </a:r>
            <a:br/>
            <a:r>
              <a:t>    DocType     string            `json:"docType"`</a:t>
            </a:r>
            <a:br/>
            <a:r>
              <a:t>    TokenID     string            `json:"tokenID"`</a:t>
            </a:r>
            <a:br/>
            <a:r>
              <a:t>    Owner       string            `json:"owner"`</a:t>
            </a:r>
            <a:br/>
            <a:r>
              <a:t>    Metadata    map[string]string `json:"metadata"`</a:t>
            </a:r>
            <a:br/>
            <a:r>
              <a:t>    CreatedAt   string            `json:"createdAt"`</a:t>
            </a:r>
            <a:br/>
            <a:r>
              <a:t>}</a:t>
            </a:r>
            <a:br/>
            <a:br/>
            <a:r>
              <a:t>func (s *SmartContract) MintNFT(ctx contractapi.TransactionContextInterface,</a:t>
            </a:r>
            <a:br/>
            <a:r>
              <a:t>    tokenID string, metadataJSON string) error {</a:t>
            </a:r>
            <a:br/>
            <a:br/>
            <a:r>
              <a:t>    // Verificar que no existe</a:t>
            </a:r>
            <a:br/>
            <a:r>
              <a:t>    existing, _ := ctx.GetStub().GetState("nft_" + tokenID)</a:t>
            </a:r>
            <a:br/>
            <a:r>
              <a:t>    if existing != nil {</a:t>
            </a:r>
            <a:br/>
            <a:r>
              <a:t>        return fmt.Errorf("NFT %s ya existe", tokenID)</a:t>
            </a:r>
            <a:br/>
            <a:r>
              <a:t>    }</a:t>
            </a:r>
            <a:br/>
            <a:br/>
            <a:r>
              <a:t>    ownerID, _ := ctx.GetClientIdentity().GetID()</a:t>
            </a:r>
            <a:br/>
            <a:r>
              <a:t>    var metadata map[string]string</a:t>
            </a:r>
            <a:br/>
            <a:r>
              <a:t>    json.Unmarshal([]byte(metadataJSON), &amp;metadata)</a:t>
            </a:r>
            <a:br/>
            <a:br/>
            <a:r>
              <a:t>    nft := NFT{</a:t>
            </a:r>
            <a:br/>
            <a:r>
              <a:t>        DocType: "nft", TokenID: tokenID,</a:t>
            </a:r>
            <a:br/>
            <a:r>
              <a:t>        Owner: ownerID, Metadata: metadata,</a:t>
            </a:r>
            <a:br/>
            <a:r>
              <a:t>    }</a:t>
            </a:r>
            <a:br/>
            <a:r>
              <a:t>    nftJSON, _ := json.Marshal(nft)</a:t>
            </a:r>
            <a:br/>
            <a:br/>
            <a:r>
              <a:t>    // Guardar por tokenID y crear indice por owner</a:t>
            </a:r>
            <a:br/>
            <a:r>
              <a:t>    ctx.GetStub().PutState("nft_"+tokenID, nftJSON)</a:t>
            </a:r>
            <a:br/>
            <a:r>
              <a:t>    ownerKey, _ := ctx.GetStub().CreateCompositeKey("nftOwner",</a:t>
            </a:r>
            <a:br/>
            <a:r>
              <a:t>        []string{ownerID, tokenID})</a:t>
            </a:r>
            <a:br/>
            <a:r>
              <a:t>    return ctx.GetStub().PutState(ownerKey, []byte{0x00})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Caso practico:</a:t>
            </a:r>
            <a:br/>
            <a:r>
              <a:t>Trazabilidad Alimentaria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De la granja a la mesa con tokens en Fabric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Trazabilidad alimentaria: el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producto alimentario pasa por multiples etapas y actores: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Productor (granja) -&gt; Procesador -&gt; Distribuidor -&gt; Minorista -&gt; Consumidor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actor es una organizacion distinta en la red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Problemas actuales: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Falta de visibilidad: ¿de donde viene este producto?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Lentitud en recalls: semanas para rastrear un lote contaminado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Fraude: etiquetas falsas de origen o de organico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Falta de confianza entre actores de la cadena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Blockchain Fabric resuelve: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Registro inmutable de cada movimiento del lote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Trazabilidad instantanea (caso Walmart: 7 dias -&gt; 2.2 segundos)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organizacion mantiene su peer y valida las transacciones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Private Data para informacion comercial sensible (precios, margenes)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Diagrama: Red Fabric para trazabilidad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[Diagrama: 5 organizaciones conectadas via Fabric con un canal compartido]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Prompt para IA generativa: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297680"/>
            <a:ext cx="8869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C3AED"/>
                </a:solidFill>
                <a:latin typeface="Consolas"/>
              </a:defRPr>
            </a:pPr>
            <a:r>
              <a:t>Network diagram showing 5 organizations in a Hyperledger Fabric network for food traceability: Farm, Processor, Distributor, Retailer, and Regulator. Each with a peer node, connected through a shared channel. Orderer service in the center. Clean flat design, teal color scheme, food supply chain icons.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Modelo de datos: FoodLot (lote alimentario)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lote de producto es un token no fungible con trazabilidad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Campos del lote: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lotID: identificador unico del lote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productType: tipo de producto (mango, lechuga, pollo...)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origin: pais/region de origen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currentHolder: organizacion que posee el lote actualmente (MSPID)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status: produced | processed | in_transit | delivered | recalled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temperature: ultima temperatura registrada (cold chain)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timestamps: fecha de cada transicion de estado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history: array de {org, action, timestamp} para trazabilidad completa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Key design: lot~productType~origin~lotID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 buscar: todos los lotes de un tipo, de un origen, o un lote especifico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estructura y creacion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type FoodLot struct {</a:t>
            </a:r>
            <a:br/>
            <a:r>
              <a:t>    DocType       string       `json:"docType"`</a:t>
            </a:r>
            <a:br/>
            <a:r>
              <a:t>    LotID         string       `json:"lotID"`</a:t>
            </a:r>
            <a:br/>
            <a:r>
              <a:t>    ProductType   string       `json:"productType"`</a:t>
            </a:r>
            <a:br/>
            <a:r>
              <a:t>    Origin        string       `json:"origin"`</a:t>
            </a:r>
            <a:br/>
            <a:r>
              <a:t>    CurrentHolder string       `json:"currentHolder"`</a:t>
            </a:r>
            <a:br/>
            <a:r>
              <a:t>    Status        string       `json:"status"`</a:t>
            </a:r>
            <a:br/>
            <a:r>
              <a:t>    Temperature   float64      `json:"temperature"`</a:t>
            </a:r>
            <a:br/>
            <a:r>
              <a:t>    Weight        float64      `json:"weight"`</a:t>
            </a:r>
            <a:br/>
            <a:r>
              <a:t>    History       []HistEntry  `json:"history"`</a:t>
            </a:r>
            <a:br/>
            <a:r>
              <a:t>}</a:t>
            </a:r>
            <a:br/>
            <a:br/>
            <a:r>
              <a:t>type HistEntry struct {</a:t>
            </a:r>
            <a:br/>
            <a:r>
              <a:t>    Org       string `json:"org"`</a:t>
            </a:r>
            <a:br/>
            <a:r>
              <a:t>    Action    string `json:"action"`</a:t>
            </a:r>
            <a:br/>
            <a:r>
              <a:t>    Timestamp string `json:"timestamp"`</a:t>
            </a:r>
            <a:br/>
            <a:r>
              <a:t>    Location  string `json:"location"`</a:t>
            </a:r>
            <a:br/>
            <a:r>
              <a:t>}</a:t>
            </a:r>
            <a:br/>
            <a:br/>
            <a:r>
              <a:t>func (s *SmartContract) ProduceLot(ctx contractapi.TransactionContextInterface,</a:t>
            </a:r>
            <a:br/>
            <a:r>
              <a:t>    lotID, productType, origin string, weight float64) error {</a:t>
            </a:r>
            <a:br/>
            <a:r>
              <a:t>    producerMSP, _ := ctx.GetClientIdentity().GetMSPID()</a:t>
            </a:r>
            <a:br/>
            <a:r>
              <a:t>    lot := FoodLot{</a:t>
            </a:r>
            <a:br/>
            <a:r>
              <a:t>        DocType: "foodlot", LotID: lotID, ProductType: productType,</a:t>
            </a:r>
            <a:br/>
            <a:r>
              <a:t>        Origin: origin, CurrentHolder: producerMSP, Status: "produced",</a:t>
            </a:r>
            <a:br/>
            <a:r>
              <a:t>        Weight: weight,</a:t>
            </a:r>
            <a:br/>
            <a:r>
              <a:t>        History: []HistEntry{{Org: producerMSP, Action: "produced",</a:t>
            </a:r>
            <a:br/>
            <a:r>
              <a:t>            Timestamp: time.Now().Format(time.RFC3339)}},</a:t>
            </a:r>
            <a:br/>
            <a:r>
              <a:t>    }</a:t>
            </a:r>
            <a:br/>
            <a:r>
              <a:t>    lotJSON, _ := json.Marshal(lot)</a:t>
            </a:r>
            <a:br/>
            <a:r>
              <a:t>    return ctx.GetStub().PutState("lot_"+lotID, lotJSON)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transferencia entre actores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Registrar cada movimiento con temperatura y ubicacion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TransferLot(ctx contractapi.TransactionContextInterface,</a:t>
            </a:r>
            <a:br/>
            <a:r>
              <a:t>    lotID string, newHolder string, location string, temp float64) error {</a:t>
            </a:r>
            <a:br/>
            <a:br/>
            <a:r>
              <a:t>    lot, err := s.ReadLot(ctx, lotID)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br/>
            <a:r>
              <a:t>    // Solo el holder actual puede transferir</a:t>
            </a:r>
            <a:br/>
            <a:r>
              <a:t>    callerMSP, _ := ctx.GetClientIdentity().GetMSPID()</a:t>
            </a:r>
            <a:br/>
            <a:r>
              <a:t>    if lot.CurrentHolder != callerMSP {</a:t>
            </a:r>
            <a:br/>
            <a:r>
              <a:t>        return fmt.Errorf("solo %s puede transferir este lote", lot.CurrentHolder)</a:t>
            </a:r>
            <a:br/>
            <a:r>
              <a:t>    }</a:t>
            </a:r>
            <a:br/>
            <a:br/>
            <a:r>
              <a:t>    // Validar cold chain: alerta si temperatura fuera de rango</a:t>
            </a:r>
            <a:br/>
            <a:r>
              <a:t>    if temp &gt; 8.0 {</a:t>
            </a:r>
            <a:br/>
            <a:r>
              <a:t>        lot.Status = "temp_alert"</a:t>
            </a:r>
            <a:br/>
            <a:r>
              <a:t>        // No se bloquea, pero se registra la alerta</a:t>
            </a:r>
            <a:br/>
            <a:r>
              <a:t>    } else {</a:t>
            </a:r>
            <a:br/>
            <a:r>
              <a:t>        lot.Status = "in_transit"</a:t>
            </a:r>
            <a:br/>
            <a:r>
              <a:t>    }</a:t>
            </a:r>
            <a:br/>
            <a:br/>
            <a:r>
              <a:t>    // Actualizar holder y registrar en historial</a:t>
            </a:r>
            <a:br/>
            <a:r>
              <a:t>    lot.CurrentHolder = newHolder</a:t>
            </a:r>
            <a:br/>
            <a:r>
              <a:t>    lot.Temperature = temp</a:t>
            </a:r>
            <a:br/>
            <a:r>
              <a:t>    lot.History = append(lot.History, HistEntry{</a:t>
            </a:r>
            <a:br/>
            <a:r>
              <a:t>        Org: callerMSP, Action: "transferred_to_" + newHolder,</a:t>
            </a:r>
            <a:br/>
            <a:r>
              <a:t>        Timestamp: time.Now().Format(time.RFC3339),</a:t>
            </a:r>
            <a:br/>
            <a:r>
              <a:t>        Location: location,</a:t>
            </a:r>
            <a:br/>
            <a:r>
              <a:t>    })</a:t>
            </a:r>
            <a:br/>
            <a:br/>
            <a:r>
              <a:t>    lotJSON, _ := json.Marshal(lot)</a:t>
            </a:r>
            <a:br/>
            <a:r>
              <a:t>    ctx.GetStub().SetEvent("LotTransferred",</a:t>
            </a:r>
            <a:br/>
            <a:r>
              <a:t>        []byte(fmt.Sprintf(`{"lotID":"%s","to":"%s"}`, lotID, newHolder)))</a:t>
            </a:r>
            <a:br/>
            <a:r>
              <a:t>    return ctx.GetStub().PutState("lot_"+lotID, lotJSON)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FoodLot: trazabilidad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Historial completo y recall por el regulador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Consultar la trazabilidad completa de un lote</a:t>
            </a:r>
            <a:br/>
            <a:r>
              <a:t>func (s *SmartContract) GetLotHistory(ctx contractapi.TransactionContextInterface,</a:t>
            </a:r>
            <a:br/>
            <a:r>
              <a:t>    lotID string) ([]HistEntry, error) {</a:t>
            </a:r>
            <a:br/>
            <a:br/>
            <a:r>
              <a:t>    lot, err := s.ReadLot(ctx, lotID)</a:t>
            </a:r>
            <a:br/>
            <a:r>
              <a:t>    if err != nil {</a:t>
            </a:r>
            <a:br/>
            <a:r>
              <a:t>        return nil, err</a:t>
            </a:r>
            <a:br/>
            <a:r>
              <a:t>    }</a:t>
            </a:r>
            <a:br/>
            <a:r>
              <a:t>    return lot.History, nil</a:t>
            </a:r>
            <a:br/>
            <a:r>
              <a:t>}</a:t>
            </a:r>
            <a:br/>
            <a:br/>
            <a:r>
              <a:t>// Recall: retirar un lote del mercado</a:t>
            </a:r>
            <a:br/>
            <a:r>
              <a:t>func (s *SmartContract) RecallLot(ctx contractapi.TransactionContextInterface,</a:t>
            </a:r>
            <a:br/>
            <a:r>
              <a:t>    lotID string, reason string) error {</a:t>
            </a:r>
            <a:br/>
            <a:br/>
            <a:r>
              <a:t>    // Solo el regulador puede hacer recall</a:t>
            </a:r>
            <a:br/>
            <a:r>
              <a:t>    err := ctx.GetClientIdentity().AssertAttributeValue("role", "regulador")</a:t>
            </a:r>
            <a:br/>
            <a:r>
              <a:t>    if err != nil {</a:t>
            </a:r>
            <a:br/>
            <a:r>
              <a:t>        return fmt.Errorf("solo el regulador puede retirar lotes")</a:t>
            </a:r>
            <a:br/>
            <a:r>
              <a:t>    }</a:t>
            </a:r>
            <a:br/>
            <a:br/>
            <a:r>
              <a:t>    lot, err := s.ReadLot(ctx, lotID)</a:t>
            </a:r>
            <a:br/>
            <a:r>
              <a:t>    if err != nil {</a:t>
            </a:r>
            <a:br/>
            <a:r>
              <a:t>        return err</a:t>
            </a:r>
            <a:br/>
            <a:r>
              <a:t>    }</a:t>
            </a:r>
            <a:br/>
            <a:r>
              <a:t>    lot.Status = "recalled"</a:t>
            </a:r>
            <a:br/>
            <a:r>
              <a:t>    lot.History = append(lot.History, HistEntry{</a:t>
            </a:r>
            <a:br/>
            <a:r>
              <a:t>        Org: "Regulador", Action: "recalled: " + reason,</a:t>
            </a:r>
            <a:br/>
            <a:r>
              <a:t>        Timestamp: time.Now().Format(time.RFC3339),</a:t>
            </a:r>
            <a:br/>
            <a:r>
              <a:t>    })</a:t>
            </a:r>
            <a:br/>
            <a:br/>
            <a:r>
              <a:t>    lotJSON, _ := json.Marshal(lot)</a:t>
            </a:r>
            <a:br/>
            <a:r>
              <a:t>    ctx.GetStub().SetEvent("LotRecalled",</a:t>
            </a:r>
            <a:br/>
            <a:r>
              <a:t>        []byte(fmt.Sprintf(`{"lotID":"%s","reason":"%s"}`, lotID, reason)))</a:t>
            </a:r>
            <a:br/>
            <a:r>
              <a:t>    return ctx.GetStub().PutState("lot_"+lotID, lotJSON)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Token de trazabilidad alimentaria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implementar el chaincode completo de FoodLot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Organizaciones en la test-network: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Org1: Productor (granja)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Org2: Distribuidor/Minorista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 a implementar: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Org1 crea un lote (ProduceLot)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Org1 transfiere a Org2 (TransferLot) con temperatura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Org2 confirma recepcion (UpdateStatus -&gt; delivered)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4. Consultar trazabilidad completa del lote (GetLotHistory)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5. [Bonus] Implementar recall y busqueda por productType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Usar el prompt de IA para generar la base.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Tiempo: 90 minutos.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Chaincode de trazabilidad alimentaria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 chaincode de Hyperledger Fabric en [Go/Node.js]</a:t>
            </a:r>
            <a:br/>
            <a:r>
              <a:t>para trazabilidad alimentaria con estas especificaciones:</a:t>
            </a:r>
            <a:br/>
            <a:br/>
            <a:r>
              <a:t>- Modelo FoodLot: lotID, productType, origin, currentHolder,</a:t>
            </a:r>
            <a:br/>
            <a:r>
              <a:t>  status (produced|processed|in_transit|delivered|recalled),</a:t>
            </a:r>
            <a:br/>
            <a:r>
              <a:t>  temperature, weight, history (array de movimientos)</a:t>
            </a:r>
            <a:br/>
            <a:r>
              <a:t>- Funciones: ProduceLot, TransferLot (con temp y location),</a:t>
            </a:r>
            <a:br/>
            <a:r>
              <a:t>  UpdateStatus, GetLotHistory, RecallLot, QueryByProductType</a:t>
            </a:r>
            <a:br/>
            <a:r>
              <a:t>- Control de acceso: solo currentHolder transfiere,</a:t>
            </a:r>
            <a:br/>
            <a:r>
              <a:t>  solo role=regulador puede hacer recall</a:t>
            </a:r>
            <a:br/>
            <a:r>
              <a:t>- Eventos: LotProduced, LotTransferred, LotRecalled</a:t>
            </a:r>
            <a:br/>
            <a:r>
              <a:t>- Validacion de cold chain: alerta si temp &gt; 8 grados</a:t>
            </a:r>
            <a:br/>
            <a:r>
              <a:t>- Rich query CouchDB: buscar por productType y por status</a:t>
            </a:r>
            <a:br/>
            <a:r>
              <a:t>- Incluir comentarios en espanol. Fabric 2.5.x.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Trazabilidad en blockchain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¿Que pasa si alguien introduce datos falsos en el origen (basura in, basura out)?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¿Como combinar Fabric con IoT (sensores de temperatura) para automatizar registros?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El consumidor final no tiene peer ni certificado. ¿Como verificaria el origen de su producto?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¿Que datos deberian ser privados (Private Data) y cuales publicos en este caso?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¿Tiene sentido usar tokens fungibles para representar kilos de producto? ¿O solo NFTs por lote?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Datos falsos en el origen (garbage in, garbage out):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Blockchain garantiza INTEGRIDAD (no modificable una vez registrado), NO VERACIDAD del dato inicial.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 el productor miente al registrar, la mentira queda inmutable pero sigue siendo mentira.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Mitigaciones: auditorias fisicas, peritajes, validacion cruzada entre actores.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Sensores IoT reducen el problema: datos automaticos, no manuales.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Responsabilidad legal: el certificado identifica a la persona/empresa que firmo el dato.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Integracion con IoT (sensores de temperatura):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sensores IoT NO se conectan directamente al chaincode (no tienen cert X.509).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Patron: gateway IoT intermedio con certificado, firma y envia al chaincode.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gateway valida firmas de los sensores (HMAC, TPM) antes de enviar al ledger.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chaincode solo ve: 'gateway-X certifica que sensor-Y reporto temp=6.5°C a las 10:30'.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Responsabilidad del gateway: garantizar que no manipula los datos antes de enviarlos.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Verificacion por el consumidor final sin peer: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consumidor NO necesita ser org ni tener certificado — es solo un lector.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Patron habitual: QR en el producto -&gt; web publica del consorcio -&gt; API REST -&gt; chaincode query.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La web usa una identidad de 'lector publico' con permisos de solo consulta.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consumidor ve el historial pero no puede modificar nada.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Ejemplo real: Carrefour, Walmart — QR en envase con historial completo.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Datos publicos vs Private Data en trazabilidad: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Publicos (ledger del canal): ID del lote, origen, fechas, movimientos, status.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La trazabilidad NECESITA ser publica entre miembros del consorcio (es su razon de ser).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Privados (Private Data): precios entre actores, margenes, terminos comerciales.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Datos del consumidor final: OFF-CHAIN (solo hash si hace falta) — cumplimiento GDPR.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Tokens fungibles vs NFTs para productos alimentarios: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Un lote alimentario es UNICO: cada batch tiene su propia historia, temperatura, origen.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NFT por lote es lo logico: composite key 'lot~productType~origin~id', metadata propia.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Tokens fungibles tendrian sentido solo si tratas todo el producto como identico (granel).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Mixto: NFT para el lote + tokens fungibles para representar kilos extraidos del lote.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Cuando el supermercado 'reparte' un lote en multiples envases, cada envase puede ser fungible.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implementa un token fungible en Fabric (tipo ERC-20)?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funciones basicas tiene: Mint, Transfer, BalanceOf...?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¿Como se diferencia un token no fungible de uno fungible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¿Que es una composite key y como ayuda en NFTs?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Describe el flujo de trazabilidad de un lote alimentario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¿Quien puede hacer recall y por que?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¿Como se registra el historial de movimientos de un lote?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Implementar un token fungible en Fabric: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Chaincode con un mapping balance por cliente (clientID -&gt; cantidad).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PutState('balance~' + clientID, amount) para cada propietario.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Otra estructura para totalSupply global y metadata del token.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Tres opciones: custom desde cero, Fabric Token SDK, fabric-samples/token-erc-20.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Funciones basicas del token fungible: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Mint(to, amount): crear tokens (solo el emisor autorizado).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Burn(from, amount): destruir tokens propios o del sistema.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Transfer(to, amount): enviar del caller al destinatario.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BalanceOf(account): consultar saldo.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Approve(spender, amount) + TransferFrom: delegacion.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TotalSupply(): supply total en circulacion.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Token fungible vs no fungible en Fabric: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Fungible: cada token es identico e intercambiable (1 FP vale igual que cualquier otro 1 FP).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fungible: cada token tiene identidad unica (tokenID, metadata propia).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Fungible: balance por cuenta. NFT: registro por tokenID con metadata.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NFT: composite key 'nft~owner~tokenID' permite buscar por dueno.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Composite keys en NFTs: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Key = prefijo (tipo de objeto) + atributos (owner, categoria, id).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Permite GetStateByPartialCompositeKey — buscar por prefijo sin recorrer todo.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Ejemplo: 'nft~alice~*' devuelve todos los NFTs de Alice.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Eficiente sin CouchDB — solo con LevelDB ya funciona.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Flujo de trazabilidad de un lote alimentario: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Produccion: ProductorMSP crea el lote con ProduceLot (origen, peso, tipo).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Transito: TransferLot cambia el holder (con ubicacion y temperatura).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movimiento se anade al array 'history' del lote.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Entrega: el ultimo holder marca UpdateStatus a 'delivered'.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cualquier momento: GetLotHistory devuelve toda la cadena de custodia.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Quien puede hacer recall y por que: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Solo el regulador (role=regulador via ABAC en el certificado X.509).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Razon: el recall tiene implicaciones legales y sanitarias — no cualquiera decide retirar del mercado.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produccion: AESAN (Espana), FDA (USA), EFSA (UE) tendrian este rol.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recall cambia status a 'recalled' y emite evento para notificar a todos los actores.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Tras recall: el lote ya no se puede transferir, solo investigar y destruir.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7. Registrar el historial de movimientos: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Array de HistEntry dentro del objeto FoodLot (serializado como JSON).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Cada entrada: org, action, timestamp (determinista), location.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 va anadiendo en cada operacion (Produce, Transfer, Recall, Deliver).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Al ser parte del propio lote, se preserva al hacer updates.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Alternativa: usar GetHistoryForKey para el historial de cambios de la propia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