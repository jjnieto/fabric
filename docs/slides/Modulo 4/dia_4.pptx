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948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4: Tokens y Smart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Implementacion de Tokens</a:t>
            </a:r>
            <a:br/>
            <a:r>
              <a:t>en Fabric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4 - Tokens fungibles, no fungibles y trazabilidad alimentaria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 anterior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¿Como se controla el acceso por organizacion en un chaincode?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es ABAC y como se implementa?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¿Para que sirven las Private Data Collections?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¿Como se emiten eventos desde un chaincode?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CULTURA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Nick Szabo y los Smart Contracts (1994)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Nick Szabo es un informatico y criptografo que en 1994 propuso el concepto de 'smart contract'.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Su idea: codificar clausulas contractuales en software que se ejecute automaticamente.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ejemplo que usaba: una maquina expendedora es un smart contract primitivo.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Introduces monedas (input), seleccionas producto (condicion), recibes el producto (ejecucion).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No necesitas un intermediario: la maquina ejecuta el contrato.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Szabo tambien propuso 'Bit Gold' en 1998, un precursor de Bitcoin.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Muchos especulan que podria ser Satoshi Nakamoto, aunque el lo ha negado.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Curiosidad: en Fabric los smart contracts se llaman 'chaincodes',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pero la idea subyacente es la misma que Szabo propuso hace 30 anos.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Tokens Fungibles en Fabric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Implementacion tipo ERC-20 con modelo de cuentas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Token fungible: diseno del modelo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token fungible en Fabric se implementa como un chaincode con: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Modelo de datos: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Un balance por cada participante (key: clientID, value: amount)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Un registro de allowances para delegacion (key: owner|spender, value: amount)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Metadata del token: nombre, simbolo, decimales, totalSupply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Funciones principales: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Mint(amount) - crear tokens (solo minter autorizado)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Burn(amount) - destruir tokens propios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Transfer(to, amount) - enviar tokens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BalanceOf(owner) - consultar saldo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Approve(spender, amount) + TransferFrom(from, to, amount) - delegacion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TotalSupply() - supply total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Identidad: el propietario se identifica por su certificado X.509, no por una direccion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Token fungible: Mint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Crear tokens: verificar rol, actualizar balance y totalSupply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490860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 Mint(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contractapi.TransactionContextInterface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amount int) error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Solo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el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minter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puede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crear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tokens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err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ctx.GetClientIdentity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().AssertAttributeValue("role", "minter")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err != nil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fmt.Errorf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("solo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el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minter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puede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emitir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tokens")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amount &lt;= 0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fmt.Errorf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("amount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debe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ser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positivo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Obtener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ID del minter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minterID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ctx.GetClientIdentity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().GetID()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0833CF4-3AEC-0429-C6EF-06AFFBCE9597}"/>
              </a:ext>
            </a:extLst>
          </p:cNvPr>
          <p:cNvSpPr txBox="1"/>
          <p:nvPr/>
        </p:nvSpPr>
        <p:spPr>
          <a:xfrm>
            <a:off x="6050079" y="1791688"/>
            <a:ext cx="6138746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Actualizar balance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currentBalance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getBalance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minterID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newBalance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currentBalance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+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amount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balanceKey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minterID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[]byte(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strconv.Itoa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newBalance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)))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Actualizar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totalSupply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supply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getTotalSupply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totalSupply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[]byte(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strconv.Itoa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supply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+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amount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)))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Evento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SetEvent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Mint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[]byte(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fmt.Sprintf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(`{"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minter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":"%s","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amount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":%d}`,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minterID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amount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)))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43EAB80-456E-37DB-93DD-C908C846863C}"/>
              </a:ext>
            </a:extLst>
          </p:cNvPr>
          <p:cNvSpPr/>
          <p:nvPr/>
        </p:nvSpPr>
        <p:spPr>
          <a:xfrm>
            <a:off x="5953635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Token fungible: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Verificar saldo, restar y sumar atomicamente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536023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 Transfer(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contractapi.TransactionContextInterface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to string, amount int) error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amount &lt;= 0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fmt.Errorf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("amount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debe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ser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positivo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fromID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ctx.GetClientIdentity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().GetID()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fromID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== to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fmt.Errorf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("no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puedes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transferirte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a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ti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mismo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Verificar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saldo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fromBalance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getBalance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fromID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fromBalance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&lt; amount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fmt.Errorf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saldo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insuficiente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tiene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%d,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necesita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%d",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fromBalance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amount)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D63C7A6-AC8A-A07A-A013-408910CEBE87}"/>
              </a:ext>
            </a:extLst>
          </p:cNvPr>
          <p:cNvSpPr txBox="1"/>
          <p:nvPr/>
        </p:nvSpPr>
        <p:spPr>
          <a:xfrm>
            <a:off x="6267543" y="1252728"/>
            <a:ext cx="613874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Actualizar balances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toBalance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getBalance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balanceKey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fromID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[]byte(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strconv.Itoa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fromBalance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-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amount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)))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balanceKey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[]byte(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strconv.Itoa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toBalance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+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amount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)))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Evento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SetEvent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("Transfer",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[]byte(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fmt.Sprintf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(`{"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from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":"%s","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":"%s","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amount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":%d}`,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fromID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amount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)))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nil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5A710AB-3478-9E7B-3851-8A80F7013D2D}"/>
              </a:ext>
            </a:extLst>
          </p:cNvPr>
          <p:cNvSpPr/>
          <p:nvPr/>
        </p:nvSpPr>
        <p:spPr>
          <a:xfrm>
            <a:off x="6094412" y="1417320"/>
            <a:ext cx="45719" cy="51663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Token fungible en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Misma logica en JavaScript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936909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async Transfer(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to, amount)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amount 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parseInt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(amount);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(amount &lt;= 0) throw new Error('Amount must be positive');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const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fromID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ctx.clientIdentity.getID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fromID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=== to) throw new Error('Cannot transfer to yourself');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Read balances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const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fromBalance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 await this._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getBalance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fromID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fromBalance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&lt; amount)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throw new Error(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`Insufficient balance: has ${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fromBalance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}, needs ${amount}`);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const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toBalance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 await this._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getBalance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to);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endParaRPr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82AEF9D-4593-D93B-7A41-5025584B47F6}"/>
              </a:ext>
            </a:extLst>
          </p:cNvPr>
          <p:cNvSpPr txBox="1"/>
          <p:nvPr/>
        </p:nvSpPr>
        <p:spPr>
          <a:xfrm>
            <a:off x="6668429" y="1600200"/>
            <a:ext cx="512062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Update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balances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await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ctx.stub.putState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this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._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balanceKey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fromID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Buffer.from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fromBalance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-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amount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toString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()));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await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ctx.stub.putState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this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._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balanceKey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Buffer.from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toBalance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+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amount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toString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()));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Emit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event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ctx.stub.setEvent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('Transfer',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Buffer.from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JSON.stringify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from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fromID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amount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})));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DC11265-3517-FC02-59FC-2CCF1389F8BA}"/>
              </a:ext>
            </a:extLst>
          </p:cNvPr>
          <p:cNvSpPr/>
          <p:nvPr/>
        </p:nvSpPr>
        <p:spPr>
          <a:xfrm>
            <a:off x="6622711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Tokens No Fungibles en Fabric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Activos unicos con composite keys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Token no fungible: diseno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token es un activo unico con su propia identidad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No se divide ni se suma: se transfiere entero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Fabric se implementa con composite keys: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Key: nft~owner~tokenID (permite buscar por owner)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Key: nft~tokenID (permite buscar por ID directo)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Cada token tiene metadata unica (JSON)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Funciones tipicas: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MintNFT(tokenID, metadata) - crear un NFT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TransferNFT(tokenID, newOwner) - transferir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GetNFT(tokenID) - leer metadata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GetNFTsByOwner(owner) - listar NFTs de un propietario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Diferencia con ERC-721: en Fabric la identidad es un cert X.509, no una direccion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NFT en Fabric: Mint y Transfer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200929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type NFT struct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DocType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string        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docType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TokenID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string        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tokenID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Owner       string        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:"owner"`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Metadata    map[string]string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:"metadata"`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CreatedAt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string        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createdAt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MintNFT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contractapi.TransactionContextInterface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tokenID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string,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metadataJSON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string) error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Verificar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que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no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existe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existing, _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GetState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nft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_" +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tokenID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existing != nil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fmt.Errorf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("NFT %s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ya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existe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tokenID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endParaRPr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220001C-F923-39F5-373F-2A4A92BEDF53}"/>
              </a:ext>
            </a:extLst>
          </p:cNvPr>
          <p:cNvSpPr txBox="1"/>
          <p:nvPr/>
        </p:nvSpPr>
        <p:spPr>
          <a:xfrm>
            <a:off x="5932449" y="1417320"/>
            <a:ext cx="6138746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ownerID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ctx.GetClientIdentity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GetID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var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metadata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map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[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string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]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string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json.Unmarshal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([]byte(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metadataJSON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), &amp;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metadata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nft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:= NFT{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DocType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nft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TokenID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tokenID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Owner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ownerID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Metadata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metadata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nftJSON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json.Marshal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nft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Guardar por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tokenID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y crear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indice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por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owner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nft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_"+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tokenID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nftJSON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ownerKey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CreateCompositeKey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nftOwner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[]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string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{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ownerID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tokenID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ownerKey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[]byte{0x00})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C99923C-36F4-08AA-12A7-5079A216CEF5}"/>
              </a:ext>
            </a:extLst>
          </p:cNvPr>
          <p:cNvSpPr/>
          <p:nvPr/>
        </p:nvSpPr>
        <p:spPr>
          <a:xfrm>
            <a:off x="5586761" y="123444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Caso practico:</a:t>
            </a:r>
            <a:br/>
            <a:r>
              <a:t>Trazabilidad Alimentaria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De la granja a la mesa con tokens en Fabric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Trazabilidad alimentaria: el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producto alimentario pasa por multiples etapas y actores: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Productor (granja) -&gt; Procesador -&gt; Distribuidor -&gt; Minorista -&gt; Consumidor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Cada actor es una organizacion distinta en la red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Problemas actuales: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Falta de visibilidad: ¿de donde viene este producto?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Lentitud en recalls: semanas para rastrear un lote contaminado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Fraude: etiquetas falsas de origen o de organico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Falta de confianza entre actores de la cadena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Blockchain Fabric resuelve: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Registro inmutable de cada movimiento del lote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Trazabilidad instantanea (caso Walmart: 7 dias -&gt; 2.2 segundos)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Cada organizacion mantiene su peer y valida las transacciones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Private Data para informacion comercial sensible (precios, margenes)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Diagrama: Red Fabric para trazabilidad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91A9080-8888-19F5-EB80-595D2FA8A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347" y="1710949"/>
            <a:ext cx="6612132" cy="441740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Modelo de datos: FoodLot (lote alimentario)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lote de producto es un token no fungible con trazabilidad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Campos del lote: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lotID: identificador unico del lote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productType: tipo de producto (mango, lechuga, pollo...)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origin: pais/region de origen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currentHolder: organizacion que posee el lote actualmente (MSPID)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status: produced | processed | in_transit | delivered | recalled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temperature: ultima temperatura registrada (cold chain)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timestamps: fecha de cada transicion de estado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history: array de {org, action, timestamp} para trazabilidad completa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Key design: lot~productType~origin~lotID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Permite buscar: todos los lotes de un tipo, de un origen, o un lote especifico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FoodLot: estructura y creacion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580070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type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FoodLot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struct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DocType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string   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docType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LotID         string   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ProductType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string   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productType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Origin        string   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:"origin"`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CurrentHolder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string   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currentHolder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Status        string   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:"status"`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Temperature   float64  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:"temperature"`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Weight        float64  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:"weight"`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History       []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HistEntry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:"history"`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type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HistEntry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struct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Org       string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:"org"`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Action    string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:"action"`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Timestamp string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:"timestamp"`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Location  string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:"location"`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9D52A57-F43F-3F89-CDD7-91FB6F6C6452}"/>
              </a:ext>
            </a:extLst>
          </p:cNvPr>
          <p:cNvSpPr txBox="1"/>
          <p:nvPr/>
        </p:nvSpPr>
        <p:spPr>
          <a:xfrm>
            <a:off x="5592879" y="1169389"/>
            <a:ext cx="6138746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ProduceLot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contractapi.TransactionContextInterface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productType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origin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string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weight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float64) error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producerMSP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ctx.GetClientIdentity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GetMSPID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FoodLot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DocType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foodlot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ProductType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productType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Origin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origin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CurrentHolder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producerMSP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Status: 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produced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Weight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weight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History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[]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HistEntry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{{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Org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producerMSP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Action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produced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Timestamp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time.Now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Format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(time.RFC3339)}},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lotJSON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json.Marshal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_"+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lotJSON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BE9C19F-E97E-CE81-716B-7EED8FB52D18}"/>
              </a:ext>
            </a:extLst>
          </p:cNvPr>
          <p:cNvSpPr/>
          <p:nvPr/>
        </p:nvSpPr>
        <p:spPr>
          <a:xfrm>
            <a:off x="5252224" y="123444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FoodLot: transferencia entre actores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Registrar cada movimiento con temperatura y ubicacion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221059"/>
            <a:ext cx="5914607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TransferLot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contractapi.TransactionContextInterface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string,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newHolder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string, location string, temp float64) error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lot, err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s.ReadLot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err != nil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 err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Solo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el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holder actual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puede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transferir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callerMSP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ctx.GetClientIdentity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GetMSPID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lot.CurrentHolder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!=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callerMSP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fmt.Errorf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("solo %s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puede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transferir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este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lot.CurrentHolder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Validar cold chain: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alerta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si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temperatura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fuera de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rango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temp &gt; 8.0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lot.Status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 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temp_alert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// No se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bloquea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pero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se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registra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la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alerta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 else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lot.Status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 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in_transit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endParaRPr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29D7F65-85C6-3F5C-64F6-63F7AE00717A}"/>
              </a:ext>
            </a:extLst>
          </p:cNvPr>
          <p:cNvSpPr txBox="1"/>
          <p:nvPr/>
        </p:nvSpPr>
        <p:spPr>
          <a:xfrm>
            <a:off x="6723349" y="1459452"/>
            <a:ext cx="4903749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Actualizar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holder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y registrar en historial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lot.CurrentHolder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newHolder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lot.Temperature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temp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lot.History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append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lot.History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HistEntry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Org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callerMSP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Action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transferred_to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_" +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newHolder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Timestamp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time.Now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Format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(time.RFC3339),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Location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location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lotJSON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json.Marshal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SetEvent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LotTransferred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[]byte(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fmt.Sprintf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(`{"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":"%s","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":"%s"}`,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newHolder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)))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_"+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lotJSON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A7412B9-A7E6-0790-00CA-B791143A8F6C}"/>
              </a:ext>
            </a:extLst>
          </p:cNvPr>
          <p:cNvSpPr/>
          <p:nvPr/>
        </p:nvSpPr>
        <p:spPr>
          <a:xfrm>
            <a:off x="6612670" y="1459452"/>
            <a:ext cx="55756" cy="50785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FoodLot: trazabilidad 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Historial completo y recall por el regulador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6554" y="1410630"/>
            <a:ext cx="6126480" cy="475488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Consultar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la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trazabilidad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completa de un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lote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GetLotHistory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contractapi.TransactionContextInterface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string) ([]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HistEntry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error)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lot, err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s.ReadLot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err != nil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 nil, err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return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lot.History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nil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Recall: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retirar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un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del mercado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RecallLot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contractapi.TransactionContextInterface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string, reason string) error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Solo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el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regulador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puede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hacer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recall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err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ctx.GetClientIdentity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().AssertAttributeValue("role", 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regulador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err != nil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fmt.Errorf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("solo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el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regulador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puede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retirar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lotes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endParaRPr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C695200-3F45-CBF6-CD5A-CB2F1544A052}"/>
              </a:ext>
            </a:extLst>
          </p:cNvPr>
          <p:cNvSpPr txBox="1"/>
          <p:nvPr/>
        </p:nvSpPr>
        <p:spPr>
          <a:xfrm>
            <a:off x="6955013" y="2059826"/>
            <a:ext cx="4668443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s.ReadLot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if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!=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nil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lot.Status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recalled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lot.History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append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lot.History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HistEntry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Org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"Regulador",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Action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recalled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" +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reason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Timestamp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time.Now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Format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(time.RFC3339),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lotJSON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json.Marshal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SetEvent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LotRecalled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[]byte(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fmt.Sprintf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(`{"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":"%s","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reason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":"%s"}`,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reason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)))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_"+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lotJSON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A6886F6-6098-EDB3-90A6-068A4DD21B62}"/>
              </a:ext>
            </a:extLst>
          </p:cNvPr>
          <p:cNvSpPr/>
          <p:nvPr/>
        </p:nvSpPr>
        <p:spPr>
          <a:xfrm>
            <a:off x="6813394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Token de trazabilidad alimentaria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implementar el chaincode completo de FoodLot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Organizaciones en la test-network: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Org1: Productor (granja)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Org2: Distribuidor/Minorista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Flujo a implementar: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1. Org1 crea un lote (ProduceLot)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2. Org1 transfiere a Org2 (TransferLot) con temperatura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3. Org2 confirma recepcion (UpdateStatus -&gt; delivered)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4. Consultar trazabilidad completa del lote (GetLotHistory)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5. [Bonus] Implementar recall y busqueda por productType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Usar el prompt de IA para generar la base.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Tiempo: 90 minutos.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Chaincode de trazabilidad alimentaria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Genera un chaincode de Hyperledger Fabric en [Go/Node.js]</a:t>
            </a:r>
            <a:br/>
            <a:r>
              <a:t>para trazabilidad alimentaria con estas especificaciones:</a:t>
            </a:r>
            <a:br/>
            <a:br/>
            <a:r>
              <a:t>- Modelo FoodLot: lotID, productType, origin, currentHolder,</a:t>
            </a:r>
            <a:br/>
            <a:r>
              <a:t>  status (produced|processed|in_transit|delivered|recalled),</a:t>
            </a:r>
            <a:br/>
            <a:r>
              <a:t>  temperature, weight, history (array de movimientos)</a:t>
            </a:r>
            <a:br/>
            <a:r>
              <a:t>- Funciones: ProduceLot, TransferLot (con temp y location),</a:t>
            </a:r>
            <a:br/>
            <a:r>
              <a:t>  UpdateStatus, GetLotHistory, RecallLot, QueryByProductType</a:t>
            </a:r>
            <a:br/>
            <a:r>
              <a:t>- Control de acceso: solo currentHolder transfiere,</a:t>
            </a:r>
            <a:br/>
            <a:r>
              <a:t>  solo role=regulador puede hacer recall</a:t>
            </a:r>
            <a:br/>
            <a:r>
              <a:t>- Eventos: LotProduced, LotTransferred, LotRecalled</a:t>
            </a:r>
            <a:br/>
            <a:r>
              <a:t>- Validacion de cold chain: alerta si temp &gt; 8 grados</a:t>
            </a:r>
            <a:br/>
            <a:r>
              <a:t>- Rich query CouchDB: buscar por productType y por status</a:t>
            </a:r>
            <a:br/>
            <a:r>
              <a:t>- Incluir comentarios en espanol. Fabric 2.5.x.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Trazabilidad en blockchain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¿Que pasa si alguien introduce datos falsos en el origen (basura in, basura out)?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¿Como combinar Fabric con IoT (sensores de temperatura) para automatizar registros?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El consumidor final no tiene peer ni certificado. ¿Como verificaria el origen de su producto?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¿Que datos deberian ser privados (Private Data) y cuales publicos en este caso?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¿Tiene sentido usar tokens fungibles para representar kilos de producto? ¿O solo NFTs por lote?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debate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Datos falsos en el origen (garbage in, garbage out):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Blockchain garantiza INTEGRIDAD (no modificable una vez registrado), NO VERACIDAD del dato inicial.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Si el productor miente al registrar, la mentira queda inmutable pero sigue siendo mentira.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Mitigaciones: auditorias fisicas, peritajes, validacion cruzada entre actores.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Sensores IoT reducen el problema: datos automaticos, no manuales.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Responsabilidad legal: el certificado identifica a la persona/empresa que firmo el dato.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Integracion con IoT (sensores de temperatura):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Los sensores IoT NO se conectan directamente al chaincode (no tienen cert X.509).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Patron: gateway IoT intermedio con certificado, firma y envia al chaincode.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gateway valida firmas de los sensores (HMAC, TPM) antes de enviar al ledger.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chaincode solo ve: 'gateway-X certifica que sensor-Y reporto temp=6.5°C a las 10:30'.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Responsabilidad del gateway: garantizar que no manipula los datos antes de enviarlos.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Verificacion por el consumidor final sin peer: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consumidor NO necesita ser org ni tener certificado — es solo un lector.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Patron habitual: QR en el producto -&gt; web publica del consorcio -&gt; API REST -&gt; chaincode query.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La web usa una identidad de 'lector publico' con permisos de solo consulta.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consumidor ve el historial pero no puede modificar nada.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Ejemplo real: Carrefour, Walmart — QR en envase con historial completo.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debate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Datos publicos vs Private Data en trazabilidad: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Publicos (ledger del canal): ID del lote, origen, fechas, movimientos, status.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La trazabilidad NECESITA ser publica entre miembros del consorcio (es su razon de ser).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Privados (Private Data): precios entre actores, margenes, terminos comerciales.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Datos del consumidor final: OFF-CHAIN (solo hash si hace falta) — cumplimiento GDPR.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Tokens fungibles vs NFTs para productos alimentarios: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Un lote alimentario es UNICO: cada batch tiene su propia historia, temperatura, origen.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NFT por lote es lo logico: composite key 'lot~productType~origin~id', metadata propia.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Tokens fungibles tendrian sentido solo si tratas todo el producto como identico (granel).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Mixto: NFT para el lote + tokens fungibles para representar kilos extraidos del lote.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Cuando el supermercado 'reparte' un lote en multiples envases, cada envase puede ser fungible.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¿Como se implementa un token fungible en Fabric (tipo ERC-20)?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funciones basicas tiene: Mint, Transfer, BalanceOf...?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¿Como se diferencia un token no fungible de uno fungible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¿Que es una composite key y como ayuda en NFTs?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Describe el flujo de trazabilidad de un lote alimentario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¿Quien puede hacer recall y por que?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¿Como se registra el historial de movimientos de un lote?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repaso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1. </a:t>
            </a:r>
            <a:r>
              <a:rPr dirty="0" err="1"/>
              <a:t>Implementar</a:t>
            </a:r>
            <a:r>
              <a:rPr dirty="0"/>
              <a:t> un token fungible </a:t>
            </a:r>
            <a:r>
              <a:rPr dirty="0" err="1"/>
              <a:t>en</a:t>
            </a:r>
            <a:r>
              <a:rPr dirty="0"/>
              <a:t> Fabric: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</a:t>
            </a:r>
            <a:r>
              <a:rPr dirty="0" err="1"/>
              <a:t>Chaincode</a:t>
            </a:r>
            <a:r>
              <a:rPr dirty="0"/>
              <a:t> con un mapping balance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cliente</a:t>
            </a:r>
            <a:r>
              <a:rPr dirty="0"/>
              <a:t> (</a:t>
            </a:r>
            <a:r>
              <a:rPr dirty="0" err="1"/>
              <a:t>clientID</a:t>
            </a:r>
            <a:r>
              <a:rPr dirty="0"/>
              <a:t> -&gt; </a:t>
            </a:r>
            <a:r>
              <a:rPr dirty="0" err="1"/>
              <a:t>cantidad</a:t>
            </a:r>
            <a:r>
              <a:rPr dirty="0"/>
              <a:t>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</a:t>
            </a:r>
            <a:r>
              <a:rPr dirty="0" err="1"/>
              <a:t>PutState</a:t>
            </a:r>
            <a:r>
              <a:rPr dirty="0"/>
              <a:t>('balance~' + </a:t>
            </a:r>
            <a:r>
              <a:rPr dirty="0" err="1"/>
              <a:t>clientID</a:t>
            </a:r>
            <a:r>
              <a:rPr dirty="0"/>
              <a:t>, amount) para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propietario</a:t>
            </a:r>
            <a:r>
              <a:rPr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</a:t>
            </a:r>
            <a:r>
              <a:rPr dirty="0" err="1"/>
              <a:t>Otra</a:t>
            </a:r>
            <a:r>
              <a:rPr dirty="0"/>
              <a:t> </a:t>
            </a:r>
            <a:r>
              <a:rPr dirty="0" err="1"/>
              <a:t>estructura</a:t>
            </a:r>
            <a:r>
              <a:rPr dirty="0"/>
              <a:t> para </a:t>
            </a:r>
            <a:r>
              <a:rPr dirty="0" err="1"/>
              <a:t>totalSupply</a:t>
            </a:r>
            <a:r>
              <a:rPr dirty="0"/>
              <a:t> global y metadata del token.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Tres </a:t>
            </a:r>
            <a:r>
              <a:rPr dirty="0" err="1"/>
              <a:t>opciones</a:t>
            </a:r>
            <a:r>
              <a:rPr dirty="0"/>
              <a:t>: custom </a:t>
            </a:r>
            <a:r>
              <a:rPr dirty="0" err="1"/>
              <a:t>desde</a:t>
            </a:r>
            <a:r>
              <a:rPr dirty="0"/>
              <a:t> cero, Fabric Token SDK, fabric-samples/token-erc-20.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2. </a:t>
            </a:r>
            <a:r>
              <a:rPr dirty="0" err="1"/>
              <a:t>Funciones</a:t>
            </a:r>
            <a:r>
              <a:rPr dirty="0"/>
              <a:t> </a:t>
            </a:r>
            <a:r>
              <a:rPr dirty="0" err="1"/>
              <a:t>basicas</a:t>
            </a:r>
            <a:r>
              <a:rPr dirty="0"/>
              <a:t> del token fungible: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Mint(to, amount): </a:t>
            </a:r>
            <a:r>
              <a:rPr dirty="0" err="1"/>
              <a:t>crear</a:t>
            </a:r>
            <a:r>
              <a:rPr dirty="0"/>
              <a:t> tokens (solo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emisor</a:t>
            </a:r>
            <a:r>
              <a:rPr dirty="0"/>
              <a:t> </a:t>
            </a:r>
            <a:r>
              <a:rPr dirty="0" err="1"/>
              <a:t>autorizado</a:t>
            </a:r>
            <a:r>
              <a:rPr dirty="0"/>
              <a:t>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Burn(from, amount): </a:t>
            </a:r>
            <a:r>
              <a:rPr dirty="0" err="1"/>
              <a:t>destruir</a:t>
            </a:r>
            <a:r>
              <a:rPr dirty="0"/>
              <a:t> tokens </a:t>
            </a:r>
            <a:r>
              <a:rPr dirty="0" err="1"/>
              <a:t>propios</a:t>
            </a:r>
            <a:r>
              <a:rPr dirty="0"/>
              <a:t> o del </a:t>
            </a:r>
            <a:r>
              <a:rPr dirty="0" err="1"/>
              <a:t>sistema</a:t>
            </a:r>
            <a:r>
              <a:rPr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Transfer(to, amount): </a:t>
            </a:r>
            <a:r>
              <a:rPr dirty="0" err="1"/>
              <a:t>enviar</a:t>
            </a:r>
            <a:r>
              <a:rPr dirty="0"/>
              <a:t> del caller al </a:t>
            </a:r>
            <a:r>
              <a:rPr dirty="0" err="1"/>
              <a:t>destinatario</a:t>
            </a:r>
            <a:r>
              <a:rPr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</a:t>
            </a:r>
            <a:r>
              <a:rPr dirty="0" err="1"/>
              <a:t>BalanceOf</a:t>
            </a:r>
            <a:r>
              <a:rPr dirty="0"/>
              <a:t>(account): </a:t>
            </a:r>
            <a:r>
              <a:rPr dirty="0" err="1"/>
              <a:t>consultar</a:t>
            </a:r>
            <a:r>
              <a:rPr dirty="0"/>
              <a:t> </a:t>
            </a:r>
            <a:r>
              <a:rPr dirty="0" err="1"/>
              <a:t>saldo</a:t>
            </a:r>
            <a:r>
              <a:rPr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Approve(spender, amount) + </a:t>
            </a:r>
            <a:r>
              <a:rPr dirty="0" err="1"/>
              <a:t>TransferFrom</a:t>
            </a:r>
            <a:r>
              <a:rPr dirty="0"/>
              <a:t>: </a:t>
            </a:r>
            <a:r>
              <a:rPr dirty="0" err="1"/>
              <a:t>delegacion</a:t>
            </a:r>
            <a:r>
              <a:rPr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</a:t>
            </a:r>
            <a:r>
              <a:rPr dirty="0" err="1"/>
              <a:t>TotalSupply</a:t>
            </a:r>
            <a:r>
              <a:rPr dirty="0"/>
              <a:t>(): supply total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circulacion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3. Token fungible vs no fungible </a:t>
            </a:r>
            <a:r>
              <a:rPr dirty="0" err="1"/>
              <a:t>en</a:t>
            </a:r>
            <a:r>
              <a:rPr dirty="0"/>
              <a:t> Fabric: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Fungible: </a:t>
            </a:r>
            <a:r>
              <a:rPr dirty="0" err="1"/>
              <a:t>cada</a:t>
            </a:r>
            <a:r>
              <a:rPr dirty="0"/>
              <a:t> token es </a:t>
            </a:r>
            <a:r>
              <a:rPr dirty="0" err="1"/>
              <a:t>identico</a:t>
            </a:r>
            <a:r>
              <a:rPr dirty="0"/>
              <a:t> e </a:t>
            </a:r>
            <a:r>
              <a:rPr dirty="0" err="1"/>
              <a:t>intercambiable</a:t>
            </a:r>
            <a:r>
              <a:rPr dirty="0"/>
              <a:t> (1 FP vale </a:t>
            </a:r>
            <a:r>
              <a:rPr dirty="0" err="1"/>
              <a:t>igual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cualquier</a:t>
            </a:r>
            <a:r>
              <a:rPr dirty="0"/>
              <a:t> </a:t>
            </a:r>
            <a:r>
              <a:rPr dirty="0" err="1"/>
              <a:t>otro</a:t>
            </a:r>
            <a:r>
              <a:rPr dirty="0"/>
              <a:t> 1 FP).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No fungible: </a:t>
            </a:r>
            <a:r>
              <a:rPr dirty="0" err="1"/>
              <a:t>cada</a:t>
            </a:r>
            <a:r>
              <a:rPr dirty="0"/>
              <a:t> token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identidad</a:t>
            </a:r>
            <a:r>
              <a:rPr dirty="0"/>
              <a:t> unica (</a:t>
            </a:r>
            <a:r>
              <a:rPr dirty="0" err="1"/>
              <a:t>tokenID</a:t>
            </a:r>
            <a:r>
              <a:rPr dirty="0"/>
              <a:t>, metadata </a:t>
            </a:r>
            <a:r>
              <a:rPr dirty="0" err="1"/>
              <a:t>propia</a:t>
            </a:r>
            <a:r>
              <a:rPr dirty="0"/>
              <a:t>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Fungible: balance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cuenta</a:t>
            </a:r>
            <a:r>
              <a:rPr dirty="0"/>
              <a:t>. NFT: </a:t>
            </a:r>
            <a:r>
              <a:rPr dirty="0" err="1"/>
              <a:t>registro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tokenID</a:t>
            </a:r>
            <a:r>
              <a:rPr dirty="0"/>
              <a:t> con metadata.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NFT: composite key '</a:t>
            </a:r>
            <a:r>
              <a:rPr dirty="0" err="1"/>
              <a:t>nft~owner~tokenID</a:t>
            </a:r>
            <a:r>
              <a:rPr dirty="0"/>
              <a:t>' </a:t>
            </a:r>
            <a:r>
              <a:rPr dirty="0" err="1"/>
              <a:t>permite</a:t>
            </a:r>
            <a:r>
              <a:rPr dirty="0"/>
              <a:t> </a:t>
            </a:r>
            <a:r>
              <a:rPr dirty="0" err="1"/>
              <a:t>buscar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dueno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4. Composite keys </a:t>
            </a:r>
            <a:r>
              <a:rPr dirty="0" err="1"/>
              <a:t>en</a:t>
            </a:r>
            <a:r>
              <a:rPr dirty="0"/>
              <a:t> NFTs: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Key = </a:t>
            </a:r>
            <a:r>
              <a:rPr dirty="0" err="1"/>
              <a:t>prefijo</a:t>
            </a:r>
            <a:r>
              <a:rPr dirty="0"/>
              <a:t> (</a:t>
            </a:r>
            <a:r>
              <a:rPr dirty="0" err="1"/>
              <a:t>tipo</a:t>
            </a:r>
            <a:r>
              <a:rPr dirty="0"/>
              <a:t> de </a:t>
            </a:r>
            <a:r>
              <a:rPr dirty="0" err="1"/>
              <a:t>objeto</a:t>
            </a:r>
            <a:r>
              <a:rPr dirty="0"/>
              <a:t>) + </a:t>
            </a:r>
            <a:r>
              <a:rPr dirty="0" err="1"/>
              <a:t>atributos</a:t>
            </a:r>
            <a:r>
              <a:rPr dirty="0"/>
              <a:t> (owner, </a:t>
            </a:r>
            <a:r>
              <a:rPr dirty="0" err="1"/>
              <a:t>categoria</a:t>
            </a:r>
            <a:r>
              <a:rPr dirty="0"/>
              <a:t>, id).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</a:t>
            </a:r>
            <a:r>
              <a:rPr dirty="0" err="1"/>
              <a:t>Permite</a:t>
            </a:r>
            <a:r>
              <a:rPr dirty="0"/>
              <a:t> </a:t>
            </a:r>
            <a:r>
              <a:rPr dirty="0" err="1"/>
              <a:t>GetStateByPartialCompositeKey</a:t>
            </a:r>
            <a:r>
              <a:rPr dirty="0"/>
              <a:t> — </a:t>
            </a:r>
            <a:r>
              <a:rPr dirty="0" err="1"/>
              <a:t>buscar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prefijo</a:t>
            </a:r>
            <a:r>
              <a:rPr dirty="0"/>
              <a:t> sin </a:t>
            </a:r>
            <a:r>
              <a:rPr dirty="0" err="1"/>
              <a:t>recorrer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</a:t>
            </a:r>
            <a:r>
              <a:rPr dirty="0" err="1"/>
              <a:t>Ejemplo</a:t>
            </a:r>
            <a:r>
              <a:rPr dirty="0"/>
              <a:t>: '</a:t>
            </a:r>
            <a:r>
              <a:rPr dirty="0" err="1"/>
              <a:t>nft~alice</a:t>
            </a:r>
            <a:r>
              <a:rPr dirty="0"/>
              <a:t>~*' </a:t>
            </a:r>
            <a:r>
              <a:rPr dirty="0" err="1"/>
              <a:t>devuelve</a:t>
            </a:r>
            <a:r>
              <a:rPr dirty="0"/>
              <a:t> </a:t>
            </a:r>
            <a:r>
              <a:rPr dirty="0" err="1"/>
              <a:t>todos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NFTs de Alice.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</a:t>
            </a:r>
            <a:r>
              <a:rPr dirty="0" err="1"/>
              <a:t>Eficiente</a:t>
            </a:r>
            <a:r>
              <a:rPr dirty="0"/>
              <a:t> sin CouchDB — solo con </a:t>
            </a:r>
            <a:r>
              <a:rPr dirty="0" err="1"/>
              <a:t>LevelDB</a:t>
            </a:r>
            <a:r>
              <a:rPr dirty="0"/>
              <a:t> </a:t>
            </a:r>
            <a:r>
              <a:rPr dirty="0" err="1"/>
              <a:t>ya</a:t>
            </a:r>
            <a:r>
              <a:rPr dirty="0"/>
              <a:t> </a:t>
            </a:r>
            <a:r>
              <a:rPr dirty="0" err="1"/>
              <a:t>funciona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repaso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5. </a:t>
            </a:r>
            <a:r>
              <a:rPr dirty="0" err="1"/>
              <a:t>Flujo</a:t>
            </a:r>
            <a:r>
              <a:rPr dirty="0"/>
              <a:t> de </a:t>
            </a:r>
            <a:r>
              <a:rPr dirty="0" err="1"/>
              <a:t>trazabilidad</a:t>
            </a:r>
            <a:r>
              <a:rPr dirty="0"/>
              <a:t> de un </a:t>
            </a:r>
            <a:r>
              <a:rPr dirty="0" err="1"/>
              <a:t>lote</a:t>
            </a:r>
            <a:r>
              <a:rPr dirty="0"/>
              <a:t> </a:t>
            </a:r>
            <a:r>
              <a:rPr dirty="0" err="1"/>
              <a:t>alimentario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</a:t>
            </a:r>
            <a:r>
              <a:rPr dirty="0" err="1"/>
              <a:t>Produccion</a:t>
            </a:r>
            <a:r>
              <a:rPr dirty="0"/>
              <a:t>: </a:t>
            </a:r>
            <a:r>
              <a:rPr dirty="0" err="1"/>
              <a:t>ProductorMSP</a:t>
            </a:r>
            <a:r>
              <a:rPr dirty="0"/>
              <a:t> </a:t>
            </a:r>
            <a:r>
              <a:rPr dirty="0" err="1"/>
              <a:t>crea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lote</a:t>
            </a:r>
            <a:r>
              <a:rPr dirty="0"/>
              <a:t> con </a:t>
            </a:r>
            <a:r>
              <a:rPr dirty="0" err="1"/>
              <a:t>ProduceLot</a:t>
            </a:r>
            <a:r>
              <a:rPr dirty="0"/>
              <a:t> (</a:t>
            </a:r>
            <a:r>
              <a:rPr dirty="0" err="1"/>
              <a:t>origen</a:t>
            </a:r>
            <a:r>
              <a:rPr dirty="0"/>
              <a:t>, peso, </a:t>
            </a:r>
            <a:r>
              <a:rPr dirty="0" err="1"/>
              <a:t>tipo</a:t>
            </a:r>
            <a:r>
              <a:rPr dirty="0"/>
              <a:t>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Transito: </a:t>
            </a:r>
            <a:r>
              <a:rPr dirty="0" err="1"/>
              <a:t>TransferLot</a:t>
            </a:r>
            <a:r>
              <a:rPr dirty="0"/>
              <a:t> cambia </a:t>
            </a:r>
            <a:r>
              <a:rPr dirty="0" err="1"/>
              <a:t>el</a:t>
            </a:r>
            <a:r>
              <a:rPr dirty="0"/>
              <a:t> holder (con </a:t>
            </a:r>
            <a:r>
              <a:rPr dirty="0" err="1"/>
              <a:t>ubicacion</a:t>
            </a:r>
            <a:r>
              <a:rPr dirty="0"/>
              <a:t> y </a:t>
            </a:r>
            <a:r>
              <a:rPr dirty="0" err="1"/>
              <a:t>temperatura</a:t>
            </a:r>
            <a:r>
              <a:rPr dirty="0"/>
              <a:t>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Cada </a:t>
            </a:r>
            <a:r>
              <a:rPr dirty="0" err="1"/>
              <a:t>movimiento</a:t>
            </a:r>
            <a:r>
              <a:rPr dirty="0"/>
              <a:t> se </a:t>
            </a:r>
            <a:r>
              <a:rPr dirty="0" err="1"/>
              <a:t>anade</a:t>
            </a:r>
            <a:r>
              <a:rPr dirty="0"/>
              <a:t> al array 'history' del </a:t>
            </a:r>
            <a:r>
              <a:rPr dirty="0" err="1"/>
              <a:t>lote</a:t>
            </a:r>
            <a:r>
              <a:rPr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Entrega: </a:t>
            </a:r>
            <a:r>
              <a:rPr dirty="0" err="1"/>
              <a:t>el</a:t>
            </a:r>
            <a:r>
              <a:rPr dirty="0"/>
              <a:t> ultimo holder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UpdateStatus</a:t>
            </a:r>
            <a:r>
              <a:rPr dirty="0"/>
              <a:t> a 'delivered'.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En </a:t>
            </a:r>
            <a:r>
              <a:rPr dirty="0" err="1"/>
              <a:t>cualquier</a:t>
            </a:r>
            <a:r>
              <a:rPr dirty="0"/>
              <a:t> </a:t>
            </a:r>
            <a:r>
              <a:rPr dirty="0" err="1"/>
              <a:t>momento</a:t>
            </a:r>
            <a:r>
              <a:rPr dirty="0"/>
              <a:t>: </a:t>
            </a:r>
            <a:r>
              <a:rPr dirty="0" err="1"/>
              <a:t>GetLotHistory</a:t>
            </a:r>
            <a:r>
              <a:rPr dirty="0"/>
              <a:t> </a:t>
            </a:r>
            <a:r>
              <a:rPr dirty="0" err="1"/>
              <a:t>devuelve</a:t>
            </a:r>
            <a:r>
              <a:rPr dirty="0"/>
              <a:t> </a:t>
            </a:r>
            <a:r>
              <a:rPr dirty="0" err="1"/>
              <a:t>toda</a:t>
            </a:r>
            <a:r>
              <a:rPr dirty="0"/>
              <a:t> la </a:t>
            </a:r>
            <a:r>
              <a:rPr dirty="0" err="1"/>
              <a:t>cadena</a:t>
            </a:r>
            <a:r>
              <a:rPr dirty="0"/>
              <a:t> de custodia.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6. Quien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hacer</a:t>
            </a:r>
            <a:r>
              <a:rPr dirty="0"/>
              <a:t> recall y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Solo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regulador</a:t>
            </a:r>
            <a:r>
              <a:rPr dirty="0"/>
              <a:t> (role=</a:t>
            </a:r>
            <a:r>
              <a:rPr dirty="0" err="1"/>
              <a:t>regulador</a:t>
            </a:r>
            <a:r>
              <a:rPr dirty="0"/>
              <a:t> via ABAC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certificado</a:t>
            </a:r>
            <a:r>
              <a:rPr dirty="0"/>
              <a:t> X.509).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Razon: </a:t>
            </a:r>
            <a:r>
              <a:rPr dirty="0" err="1"/>
              <a:t>el</a:t>
            </a:r>
            <a:r>
              <a:rPr dirty="0"/>
              <a:t> recall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implicaciones</a:t>
            </a:r>
            <a:r>
              <a:rPr dirty="0"/>
              <a:t> </a:t>
            </a:r>
            <a:r>
              <a:rPr dirty="0" err="1"/>
              <a:t>legales</a:t>
            </a:r>
            <a:r>
              <a:rPr dirty="0"/>
              <a:t> y </a:t>
            </a:r>
            <a:r>
              <a:rPr dirty="0" err="1"/>
              <a:t>sanitarias</a:t>
            </a:r>
            <a:r>
              <a:rPr dirty="0"/>
              <a:t> — no </a:t>
            </a:r>
            <a:r>
              <a:rPr dirty="0" err="1"/>
              <a:t>cualquiera</a:t>
            </a:r>
            <a:r>
              <a:rPr dirty="0"/>
              <a:t> decide </a:t>
            </a:r>
            <a:r>
              <a:rPr dirty="0" err="1"/>
              <a:t>retirar</a:t>
            </a:r>
            <a:r>
              <a:rPr dirty="0"/>
              <a:t> del mercado.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En </a:t>
            </a:r>
            <a:r>
              <a:rPr dirty="0" err="1"/>
              <a:t>produccion</a:t>
            </a:r>
            <a:r>
              <a:rPr dirty="0"/>
              <a:t>: AESAN (Espana), FDA (USA), EFSA (UE) </a:t>
            </a:r>
            <a:r>
              <a:rPr dirty="0" err="1"/>
              <a:t>tendrian</a:t>
            </a:r>
            <a:r>
              <a:rPr dirty="0"/>
              <a:t>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rol</a:t>
            </a:r>
            <a:r>
              <a:rPr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El recall cambia status a 'recalled' y </a:t>
            </a:r>
            <a:r>
              <a:rPr dirty="0" err="1"/>
              <a:t>emite</a:t>
            </a:r>
            <a:r>
              <a:rPr dirty="0"/>
              <a:t> </a:t>
            </a:r>
            <a:r>
              <a:rPr dirty="0" err="1"/>
              <a:t>evento</a:t>
            </a:r>
            <a:r>
              <a:rPr dirty="0"/>
              <a:t> para </a:t>
            </a:r>
            <a:r>
              <a:rPr dirty="0" err="1"/>
              <a:t>notificar</a:t>
            </a:r>
            <a:r>
              <a:rPr dirty="0"/>
              <a:t> a </a:t>
            </a:r>
            <a:r>
              <a:rPr dirty="0" err="1"/>
              <a:t>todos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actores</a:t>
            </a:r>
            <a:r>
              <a:rPr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Tras recall: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lote</a:t>
            </a:r>
            <a:r>
              <a:rPr dirty="0"/>
              <a:t> </a:t>
            </a:r>
            <a:r>
              <a:rPr dirty="0" err="1"/>
              <a:t>ya</a:t>
            </a:r>
            <a:r>
              <a:rPr dirty="0"/>
              <a:t> no se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transferir</a:t>
            </a:r>
            <a:r>
              <a:rPr dirty="0"/>
              <a:t>, solo </a:t>
            </a:r>
            <a:r>
              <a:rPr dirty="0" err="1"/>
              <a:t>investigar</a:t>
            </a:r>
            <a:r>
              <a:rPr dirty="0"/>
              <a:t> y </a:t>
            </a:r>
            <a:r>
              <a:rPr dirty="0" err="1"/>
              <a:t>destruir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7. </a:t>
            </a:r>
            <a:r>
              <a:t>Registrar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historial</a:t>
            </a:r>
            <a:r>
              <a:rPr dirty="0"/>
              <a:t> de </a:t>
            </a:r>
            <a:r>
              <a:rPr dirty="0" err="1"/>
              <a:t>movimientos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Array de </a:t>
            </a:r>
            <a:r>
              <a:rPr dirty="0" err="1"/>
              <a:t>HistEntry</a:t>
            </a:r>
            <a:r>
              <a:rPr dirty="0"/>
              <a:t> </a:t>
            </a:r>
            <a:r>
              <a:rPr dirty="0" err="1"/>
              <a:t>dentro</a:t>
            </a:r>
            <a:r>
              <a:rPr dirty="0"/>
              <a:t> del </a:t>
            </a:r>
            <a:r>
              <a:rPr dirty="0" err="1"/>
              <a:t>objeto</a:t>
            </a:r>
            <a:r>
              <a:rPr dirty="0"/>
              <a:t> </a:t>
            </a:r>
            <a:r>
              <a:rPr dirty="0" err="1"/>
              <a:t>FoodLot</a:t>
            </a:r>
            <a:r>
              <a:rPr dirty="0"/>
              <a:t> (</a:t>
            </a:r>
            <a:r>
              <a:rPr dirty="0" err="1"/>
              <a:t>serializado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JSON).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Cada entrada: org, action, timestamp (</a:t>
            </a:r>
            <a:r>
              <a:rPr dirty="0" err="1"/>
              <a:t>determinista</a:t>
            </a:r>
            <a:r>
              <a:rPr dirty="0"/>
              <a:t>), location.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Se </a:t>
            </a:r>
            <a:r>
              <a:rPr dirty="0" err="1"/>
              <a:t>va</a:t>
            </a:r>
            <a:r>
              <a:rPr dirty="0"/>
              <a:t> </a:t>
            </a:r>
            <a:r>
              <a:rPr dirty="0" err="1"/>
              <a:t>anadiendo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operacion</a:t>
            </a:r>
            <a:r>
              <a:rPr dirty="0"/>
              <a:t> (Produce, Transfer, Recall, Deliver).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Al ser </a:t>
            </a:r>
            <a:r>
              <a:rPr dirty="0" err="1"/>
              <a:t>parte</a:t>
            </a:r>
            <a:r>
              <a:rPr dirty="0"/>
              <a:t> del </a:t>
            </a:r>
            <a:r>
              <a:rPr dirty="0" err="1"/>
              <a:t>propio</a:t>
            </a:r>
            <a:r>
              <a:rPr dirty="0"/>
              <a:t> </a:t>
            </a:r>
            <a:r>
              <a:rPr dirty="0" err="1"/>
              <a:t>lote</a:t>
            </a:r>
            <a:r>
              <a:rPr dirty="0"/>
              <a:t>, se </a:t>
            </a:r>
            <a:r>
              <a:rPr dirty="0" err="1"/>
              <a:t>preserva</a:t>
            </a:r>
            <a:r>
              <a:rPr dirty="0"/>
              <a:t> al </a:t>
            </a:r>
            <a:r>
              <a:rPr dirty="0" err="1"/>
              <a:t>hacer</a:t>
            </a:r>
            <a:r>
              <a:rPr dirty="0"/>
              <a:t> updates.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Alternativa: usar </a:t>
            </a:r>
            <a:r>
              <a:rPr dirty="0" err="1"/>
              <a:t>GetHistoryForKey</a:t>
            </a:r>
            <a:r>
              <a:rPr dirty="0"/>
              <a:t> para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historial</a:t>
            </a:r>
            <a:r>
              <a:rPr dirty="0"/>
              <a:t> de </a:t>
            </a:r>
            <a:r>
              <a:rPr dirty="0" err="1"/>
              <a:t>cambios</a:t>
            </a:r>
            <a:r>
              <a:rPr dirty="0"/>
              <a:t> de la </a:t>
            </a:r>
            <a:r>
              <a:rPr dirty="0" err="1"/>
              <a:t>propia</a:t>
            </a:r>
            <a:r>
              <a:rPr dirty="0"/>
              <a:t>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4264</Words>
  <Application>Microsoft Office PowerPoint</Application>
  <PresentationFormat>Personalizado</PresentationFormat>
  <Paragraphs>223</Paragraphs>
  <Slides>26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Nieto</cp:lastModifiedBy>
  <cp:revision>5</cp:revision>
  <dcterms:created xsi:type="dcterms:W3CDTF">2013-01-27T09:14:16Z</dcterms:created>
  <dcterms:modified xsi:type="dcterms:W3CDTF">2026-04-23T10:22:21Z</dcterms:modified>
  <cp:category/>
</cp:coreProperties>
</file>