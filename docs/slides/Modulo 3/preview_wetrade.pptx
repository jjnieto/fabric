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We.Trade:</a:t>
            </a:r>
            <a:br/>
            <a:r>
              <a:t>Trade Finance para PYMEs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Consorcio de 12 bancos europeos sobre Hyperledger Fabric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 2: We.Trade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Financiacion de comercio internacional entre PYMEs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problema que resolvieron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Una PYME que exporta a otro pais tiene un problema de confianza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¿Y si el comprador no paga? ¿Y si el vendedor no envia la mercancia?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Tradicionalmente se resuelve con cartas de credito: caras y lentas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banco tiene sus propios sistemas, papeleo manual, semanas de proceso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Las PYMEs pequenas no pueden permitirselo — comercian solo con clientes conocidos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pierde volumen de comercio internacional por falta de confianza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La solucion con Hyperledger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Consorcio de 12 bancos europeos fundan We.Trade en 2018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Miembros: Deutsche Bank, HSBC, Santander, KBC, Nordea, Rabobank, UBS...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Ledger compartido: todos los bancos ven el estado de las operaciones en tiempo real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Flujo digitalizado: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PYME Compradora: quiere comprar mercancia a PYME Vendedora (otro pais)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Su banco garantiza el pago bajo ciertas condiciones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banco del vendedor adelanta el 90% del pago inmediatamente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Cuando se confirma la entrega, se libera el resto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Todo registrado en blockchain, sin papeles, en horas en vez de semanas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Resultados y cierre en 2022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produccion desde 2018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Procesaron operaciones reales entre PYMEs de diferentes paises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Reduccion drastica de tiempos: de semanas a horas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Cerro en julio de 2022. ¿Por que?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un problema tecnologico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Fue un problema de modelo de negocio: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Las 12 aseguradoras querian participar pero no financiar indefinidamente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Faltaba un modelo de ingresos que sostuviera la plataforma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Cuando se acabo el capital inicial, el proyecto se cerro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Flujo de We.Trade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PYME compradora &lt;-&gt; Banco comprador &lt;-&gt; Banco vendedor &lt;-&gt; PYME vendedora, todos sobre un canal Fabric compartido]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Trade finance flow diagram showing two SMEs (buyer and seller) each connected to their respective banks, all sharing a Hyperledger Fabric channel. Central shared ledger shows operation states. Clean flat design, blue and green color scheme for financial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EJERCICIO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EJERCICIO: Diseña tu red de trade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Caso practico adaptado al aula: 3 bancos europeos gestionando operaciones comerciales.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Actores: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Banco Santander (Espana)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Banco BBVA (Espana)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Deutsche Bank (Alemania)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Las PYMEs son usuarios registrados por los bancos (no orgs)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Tareas: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1 (sobre el papel, 30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Disenar la topologia: PYMEs como orgs o usuarios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Gestionar privacidad: canales separados o Private Data Collections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Definir maquina de estados de una operacion comercial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2 (en el ordenador, 90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Montar red con 3 bancos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Crear Private Data Collections por cada par de bancos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Desplegar chaincode con politicas de endorsement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Probar flujo completo + validar privacidad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Guia tecnica completa: docs/modulo-3/ejercicios/ejercicio-wetrade.md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Preguntas clave para tu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¿Las PYMEs son organizaciones o usuarios de los bancos?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¿Un canal unico o canales por pareja de bancos?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¿Donde guardas los importes y datos sensibles? (Private Data)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Estados de una operacion: proposed, approved, in_transit, delivered, paid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¿Que politica de endorsement para crear una operacion? ¿Y para liberar el pago?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¿Un regulador (BCE) deberia estar en el canal?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Con N bancos se necesitan N*(N-1)/2 Private Data Collections. ¿Escala?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Debate tras el ejercicio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¿Por que We.Trade cerro a pesar de tener tecnologia y 12 grandes bancos?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¿Que modelo de ingresos propondriais para que sea sostenible?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¿Tiene sentido que las PYMEs sean usuarios y no orgs? ¿Que cambia?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Si una PYME cambia de banco, ¿que pasa con su historial crediticio en la red?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¿Deberia haber un regulador (BCE) en el canal como en el caso HKMA?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