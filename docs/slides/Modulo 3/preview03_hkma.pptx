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4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3: Vision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HKMA eTradeConnect:</a:t>
            </a:r>
            <a:br/>
            <a:r>
              <a:t>Regulador en el consorcio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El banco central de Hong Kong como miembro de la 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Caso 3: HKMA eTradeConnect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Plataforma interbancaria con el regulador dentro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El problema que resolvieron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Hong Kong es un hub de </a:t>
            </a:r>
            <a:r>
              <a:rPr dirty="0" err="1"/>
              <a:t>comercio</a:t>
            </a:r>
            <a:r>
              <a:rPr dirty="0"/>
              <a:t> </a:t>
            </a:r>
            <a:r>
              <a:rPr dirty="0" err="1"/>
              <a:t>internacional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Fraude</a:t>
            </a:r>
            <a:r>
              <a:rPr dirty="0"/>
              <a:t> de doble </a:t>
            </a:r>
            <a:r>
              <a:rPr dirty="0" err="1"/>
              <a:t>financiacion</a:t>
            </a:r>
            <a:r>
              <a:rPr dirty="0"/>
              <a:t>: un </a:t>
            </a:r>
            <a:r>
              <a:rPr dirty="0" err="1"/>
              <a:t>exportador</a:t>
            </a:r>
            <a:r>
              <a:rPr dirty="0"/>
              <a:t> </a:t>
            </a:r>
            <a:r>
              <a:rPr dirty="0" err="1"/>
              <a:t>pide</a:t>
            </a:r>
            <a:r>
              <a:rPr dirty="0"/>
              <a:t> </a:t>
            </a:r>
            <a:r>
              <a:rPr dirty="0" err="1"/>
              <a:t>credito</a:t>
            </a:r>
            <a:r>
              <a:rPr dirty="0"/>
              <a:t> a 2 </a:t>
            </a:r>
            <a:r>
              <a:rPr dirty="0" err="1"/>
              <a:t>bancos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la </a:t>
            </a:r>
            <a:r>
              <a:rPr dirty="0" err="1"/>
              <a:t>misma</a:t>
            </a:r>
            <a:r>
              <a:rPr dirty="0"/>
              <a:t> </a:t>
            </a:r>
            <a:r>
              <a:rPr dirty="0" err="1"/>
              <a:t>mercancia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Sin red </a:t>
            </a:r>
            <a:r>
              <a:rPr dirty="0" err="1"/>
              <a:t>compartida</a:t>
            </a:r>
            <a:r>
              <a:rPr dirty="0"/>
              <a:t>, </a:t>
            </a:r>
            <a:r>
              <a:rPr dirty="0" err="1"/>
              <a:t>cada</a:t>
            </a:r>
            <a:r>
              <a:rPr dirty="0"/>
              <a:t> banco solo </a:t>
            </a:r>
            <a:r>
              <a:rPr dirty="0" err="1"/>
              <a:t>ve</a:t>
            </a:r>
            <a:r>
              <a:rPr dirty="0"/>
              <a:t> sus </a:t>
            </a:r>
            <a:r>
              <a:rPr dirty="0" err="1"/>
              <a:t>operaciones</a:t>
            </a:r>
            <a:r>
              <a:rPr dirty="0"/>
              <a:t> — </a:t>
            </a:r>
            <a:r>
              <a:rPr dirty="0" err="1"/>
              <a:t>imposible</a:t>
            </a:r>
            <a:r>
              <a:rPr dirty="0"/>
              <a:t> </a:t>
            </a:r>
            <a:r>
              <a:rPr dirty="0" err="1"/>
              <a:t>detectar</a:t>
            </a:r>
            <a:r>
              <a:rPr dirty="0"/>
              <a:t> </a:t>
            </a:r>
            <a:r>
              <a:rPr dirty="0" err="1"/>
              <a:t>solapamientos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Cada a</a:t>
            </a:r>
            <a:r>
              <a:rPr lang="es-ES" dirty="0"/>
              <a:t>ñ</a:t>
            </a:r>
            <a:r>
              <a:rPr dirty="0"/>
              <a:t>o se </a:t>
            </a:r>
            <a:r>
              <a:rPr dirty="0" err="1"/>
              <a:t>pierden</a:t>
            </a:r>
            <a:r>
              <a:rPr dirty="0"/>
              <a:t> </a:t>
            </a:r>
            <a:r>
              <a:rPr dirty="0" err="1"/>
              <a:t>millones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tipo</a:t>
            </a:r>
            <a:r>
              <a:rPr dirty="0"/>
              <a:t> de </a:t>
            </a:r>
            <a:r>
              <a:rPr dirty="0" err="1"/>
              <a:t>fraude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La HKMA (banco central) </a:t>
            </a:r>
            <a:r>
              <a:rPr dirty="0" err="1"/>
              <a:t>necesitaba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forma de </a:t>
            </a:r>
            <a:r>
              <a:rPr dirty="0" err="1"/>
              <a:t>supervisar</a:t>
            </a:r>
            <a:r>
              <a:rPr dirty="0"/>
              <a:t> sin </a:t>
            </a:r>
            <a:r>
              <a:rPr dirty="0" err="1"/>
              <a:t>crear</a:t>
            </a:r>
            <a:r>
              <a:rPr dirty="0"/>
              <a:t> overhead </a:t>
            </a:r>
            <a:r>
              <a:rPr dirty="0" err="1"/>
              <a:t>burocratico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La solucion con Hyperledger 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Lanzado en 2018 por la Hong Kong Monetary Authority (HKMA)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Miembros iniciales: 12 bancos principales de Hong Kong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HSBC, Standard Chartered, BOC HK, DBS, ICBC, ANZ, Hang Seng, BNP Paribas...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Diferencia clave con We.Trade: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regulador (HKMA) esta en el consorcio como una org mas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Tiene visibilidad completa de todas las operaciones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Puede marcar operaciones sospechosas para revision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Pero NO puede modificar operaciones entre bancos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Este diseno da equilibrio entre supervision y autonomia bancaria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Deteccion automatica de doble financiacion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Identificador unico: el hash SHA-256 de la factura original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Antes de financiar, el chaincode verifica que ese hash no este ya registrado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 existe: se rechaza la transaccion Y se emite evento al regulador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Resultado: el fraude se detecta en el momento de la solicitud, no meses despues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produccion: millones de operaciones procesadas, cientos de fraudes detectados automaticamente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Interoperable con We.Trade para operaciones Asia-Europa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Topologia HKMA eTradeConnect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[Diagrama: 3-4 bancos conectados a un canal compartido, con la HKMA tambien conectada como org con permisos especiales]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Prompt para IA generativa: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97680"/>
            <a:ext cx="8869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C3AED"/>
                </a:solidFill>
                <a:latin typeface="Consolas"/>
              </a:defRPr>
            </a:pPr>
            <a:r>
              <a:t>Network topology for HKMA eTradeConnect: three commercial banks (HSBC, Standard Chartered, BOC) each with their peer, plus a regulator node (HKMA) with special privileges. All connected to a shared channel. The regulator has reading access to everything plus flagging rights. Clean flat design with red accent for regulator.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EJERCICIO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EJERCICIO: Diseña tu red con regulador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Caso practico adaptado al aula: 3 bancos + regulador.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Actores: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HSBC Hong Kong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Standard Chartered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BOC Hong Kong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HKMA (banco central como org auditora)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Tareas: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FASE 1 (sobre el papel, 30 min):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Definir permisos del regulador (leer, marcar, bloquear?)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Mecanismo de deteccion de doble financiacion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Conciliar privacidad bancaria con auditoria del regulador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FASE 2 (en el ordenador, 90 min):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Montar red con 4 orgs (3 bancos + regulador)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Desplegar chaincode con control de acceso por MSPID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Probar flujo happy path + intento de doble financiacion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Validar que el regulador audita pero no modifica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Guia completa: docs/modulo-3/ejercicios/ejercicio-hkma.md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Preguntas clave para tu diseño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¿El regulador endorsea cada transaccion o solo audita?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¿Como identificas univocamente una factura para detectar duplicados?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¿Que datos personales PUEDES guardar on-chain? (cuidado con GDPR)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¿El regulador deberia poder CONGELAR operaciones sospechosas?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¿Que pasa si el certificado del regulador es comprometido?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¿Un rich query por invoiceHash es rapido con LevelDB? ¿Necesitas CouchDB?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Debate: regulador como miembro del consorcio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¿Tiene sentido que el regulador este en el consorcio o es mejor acceso via API?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Hong Kong tiene a la HKMA. En Europa, ¿seria la BCE? ¿Cada pais su banco central?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¿Un regulador con acceso total a todas las operaciones es privacy-friendly?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Si el regulador es comprometido, ¿que impacto tendria?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¿Puede un banco oponerse a una marca del regulador sin saltarse las reglas?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</Words>
  <Application>Microsoft Office PowerPoint</Application>
  <PresentationFormat>Personalizado</PresentationFormat>
  <Paragraphs>70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Nieto</cp:lastModifiedBy>
  <cp:revision>2</cp:revision>
  <dcterms:created xsi:type="dcterms:W3CDTF">2013-01-27T09:14:16Z</dcterms:created>
  <dcterms:modified xsi:type="dcterms:W3CDTF">2026-04-23T10:14:58Z</dcterms:modified>
  <cp:category/>
</cp:coreProperties>
</file>