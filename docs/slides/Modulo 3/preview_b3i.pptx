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B3i:</a:t>
            </a:r>
            <a:br/>
            <a:r>
              <a:t>Cuando el modelo de negocio falla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Reaseguros automatizados que no encontraron como sostenerse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5: B3i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El fracaso por falta de modelo de ingresos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Lanzado en 2016 como Blockchain Insurance Industry Initiative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Consorcio de 15+ aseguradoras y reaseguradoras europeas top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Allianz, Swiss Re, Zurich, Munich Re, AIG, Generali, Hannover Re...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digitalizar y automatizar contratos de reaseguro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Tecnologia: R3 Corda (similar a Fabric, otra blockchain permissioned)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Prometia: contratos inteligentes que se activan automaticamente ante siniestros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Distribuyendo reclamaciones entre aseguradoras segun porcentajes pactados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¿Por que cerro en 2022?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un problema tecnico — los pilotos funcionaban correctamente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falta de miembros — tenian a los mayores jugadores del sector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fue problema de gobernanza — consorcio equilibrado sin dominancia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problema: modelo de negocio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Las aseguradoras querian participar pero NO querian financiar indefinidamente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un flujo de ingresos claro, el capital inicial se agoto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miembros votaron en 2022: no invertimos mas, cerramos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Contraste con TradeLens: aqui la tecnologia y la gobernanza estaban bien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 que fallo fue la sostenibilidad economica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¿Que es un contrato de reaseguro?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cliente contrata un seguro de 10M€ con Allianz (fabrica, terremoto...)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Allianz NO quiere asumir 10M€ de riesgo ella sola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Cede parte a Munich Re (60%) y a Swiss Re (20%), retiene 20%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ocurre siniestro de 3M€: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Allianz paga al cliente 3M€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Luego Allianz reclama 1.8M€ a Munich Re (60%)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Y 0.6M€ a Swiss Re (20%)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Proceso actual: meses de papeleo y disputas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 blockchain: automatico en minutos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Flujo de reaseguros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cliente paga prima a aseguradora primaria, que cede partes a reaseguradoras 1 y 2. Cuando hay siniestro, la aseguradora primaria reclama proporcionalmente a cada reaseguradora]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Reinsurance flow diagram: primary insurer (Allianz) at center, receiving premium from client. Allianz cedes portions of risk to two reinsurers (Munich Re 60%, Swiss Re 20%). Arrows show payment flows in both directions. Clean financial diagram, teal and gold colors.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Diseña un B3i sostenible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Caso practico: crear una plataforma de reaseguros que SI sea sostenible.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Aprender de los errores de B3i: disena con modelo de negocio desde el dia 1.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Actores: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- 4 aseguradoras: Allianz, Munich Re, Swiss Re, Zurich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- 1 regulador: EIOPA (European Insurance Authority)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1 (sobre el papel, 30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Disenar modelo de ingresos (fees por transaccion?)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Como se distribuyen automaticamente los pagos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Politicas de endorsement: contratos multi-parte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FASE 2 (en el ordenador, 90 min):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Montar red con 4 aseguradoras + regulador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Chaincode con contratos de reaseguro y siniestros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State-based endorsement: contrato requiere firma de TODAS las partes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Probar: crear contrato, reportar siniestro, validacion y liquidacion automatica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Guia completa: docs/modulo-3/ejercicios/ejercicio-b3i.md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¿Fee por transaccion? ¿Cuota anual? ¿Escalado por volumen?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¿Los contratos multi-parte requieren endorsement de TODAS o MAJORITY?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¿Como se valida que un siniestro es real? (oraculos, peritaje, validacion cruzada)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EIOPA: ¿voto en governance o solo acceso de lectura?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¿Que datos del cliente final pueden ir on-chain? (GDPR!)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¿Como gestionarias contratos viejos pre-blockchain al lanzar?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Comparativa: TradeLens vs B3i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Ambos fracasaron. Ambos tenian buena tecnologia. ¿Pero por que?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TradeLens fracaso por gobernanza (fundador dominante)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B3i fracaso por modelo de negocio (sin ingresos)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Preguntas: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¿Cual es peor de los dos problemas?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¿Cual es mas facil de arreglar a posteriori?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¿Cual evitarias primero en tu proyecto?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¿Es posible evitar ambos al mismo tiempo?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- Si tuvieras que relanzar B3i, ¿que harias distinto?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