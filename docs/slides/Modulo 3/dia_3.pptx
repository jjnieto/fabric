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3: Vision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Gobernanza y Toma</a:t>
            </a:r>
            <a:br/>
            <a:r>
              <a:t>de Decisiones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Dia 3 - Quien manda en un consorcio blockchain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¿Que es la gobernanza de un consorcio?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conjunto de reglas que definen como se toman las decisiones en la red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es un tema tecnico: es un tema politico, legal y de negocio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Si la gobernanza no esta clara desde el dia 1, el proyecto fracasara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Preguntas que debe responder: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¿Quien puede unirse a la red? ¿Y quien puede ser expulsado?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¿Quien aprueba cambios en los chaincodes?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¿Quien paga la infraestructura (orderers, CAs)?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¿Como se resuelven los conflictos?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¿Que pasa con los datos si una org abandona?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Modelos de gobernanza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Fundador dominante: una empresa crea la red y pone las reglas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Ejemplo: Walmart Food Trust. Walmart decide, los proveedores acatan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Pro: rapido de arrancar. Contra: los demas desconfian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Democratico: todas las orgs tienen el mismo voto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Ejemplo: Alastria. Cada miembro un voto en la asamblea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Pro: equitativo. Contra: lento, dificil llegar a acuerdos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Federado: un comite tecnico/ejecutivo toma las decisiones operativas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Ejemplo: EBSI. La EBP decide la estrategia, los estados operan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Pro: agil. Contra: el comite puede desconectarse de los miembros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Gobernanza en Fabric: las politicas como herramienta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Fabric codifica la gobernanza directamente en la configuracion del canal: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Politicas de canal: quien puede leer, escribir, administrar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MAJORITY Admins: la mayoria de orgs deben aprobar cambios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ALL Admins: unanimidad requerida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Politicas de endorsement: quien valida cada transaccion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AND(Org1, Org2): ambas deben aprobar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OR(Org1, Org2): basta con una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Lifecycle: aprobar chaincodes requiere mayoria de orgs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Las politicas de Fabric son gobernanza ejecutable: no son un documento, son codigo.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¿Quien paga que?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organizacion paga SU infraestructura: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Sus peers, su Fabric CA, su almacenamiento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infraestructura compartida es el debate: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Orderer: ¿quien lo opera? ¿se reparte el coste?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Desarrollo de chaincodes: ¿quien lo paga? ¿quien lo mantiene?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Soporte y operaciones: ¿hay un equipo central o cada org se apana?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Modelos comunes: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Cuota fija: todos pagan lo mismo (simple, pero ¿justo?)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Por uso: paga mas quien mas transacciones hace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Por tamano: las orgs grandes pagan mas que las pequenas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  Sponsor: una org grande subvenciona al resto (al principio)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Onboarding y offboarding de organizaciones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Incorporar una nueva org (onboarding):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Evaluacion: ¿cumple los requisitos del consorcio?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Aprobacion: las orgs existentes votan (MAJORITY o ALL)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Tecnico: generar identidades, anadir al canal (doc 06)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Legal: firmar el acuerdo de consorcio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Operativo: instalar chaincodes, sincronizar ledger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Expulsar o que se vaya una org (offboarding):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¿Que pasa con sus datos en el ledger? (son inmutables, no se pueden borrar)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¿Que pasa con sus certificados? (revocar via CRL)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¿Puede llevarse una copia de los datos? (depende del acuerdo)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¿Como se redistribuyen sus responsabilidades?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Esto DEBE estar definido ANTES de que pase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Caso Alastria: gobernanza de un consorcio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Alastria es una asociacion sin animo de lucro con +500 miembros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Estructura de gobierno: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Asamblea General: todos los miembros votan (1 miembro = 1 voto)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Junta Directiva: 15 miembros elegidos, toma decisiones ejecutivas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Grupos de trabajo: identidad, tokenizacion, regulacion, etc.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Decisiones tecnicas: Comite Tecnico (rotativo entre miembros activos)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Cuotas anuales segun tamano de la empresa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Leccion: el modelo funciona pero es lento. 500 miembros = 500 opiniones.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Disenar la gobernanza de un consorcio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Escenario: 5 bancos quieren crear una plataforma de KYC compartido en Fabric.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Decidir en grupo: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1. ¿Que modelo de gobernanza elegis? (fundador, democratico, federado)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¿Que politica de endorsement usariais? (AND, OR, MAJORITY)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¿Quien opera los orderers?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¿Como se incorpora un nuevo banco?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¿Que pasa si un banco quiere salir? ¿Y con los datos KYC de sus clientes?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¿Que es la gobernanza de un consorcio y por que es critica?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los 3 modelos de gobernanza y un ejemplo de cada uno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¿Como codifica Fabric la gobernanza? (politicas)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¿Quien deberia pagar los orderers?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¿Que hay que definir ANTES de que una org abandone el consorcio?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