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22627E"/>
                </a:solidFill>
                <a:latin typeface="Calibri"/>
              </a:defRPr>
            </a:pPr>
            <a:r>
              <a:t>Modulo 3: Vision Empresarial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09728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5400" b="1">
                <a:solidFill>
                  <a:srgbClr val="22627E"/>
                </a:solidFill>
                <a:latin typeface="Calibri"/>
              </a:defRPr>
            </a:pPr>
            <a:r>
              <a:t>TradeLens:</a:t>
            </a:r>
            <a:br/>
            <a:r>
              <a:t>Cuando la gobernanza falla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109728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0">
                <a:solidFill>
                  <a:srgbClr val="333333"/>
                </a:solidFill>
                <a:latin typeface="Calibri"/>
              </a:defRPr>
            </a:pPr>
            <a:r>
              <a:t>Un caso de fracaso a pesar de la tecnologia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Caso 4: TradeLens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0">
                <a:solidFill>
                  <a:srgbClr val="FFFFFF"/>
                </a:solidFill>
                <a:latin typeface="Calibri"/>
              </a:defRPr>
            </a:pPr>
            <a:r>
              <a:t>El problema del fundador dominante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El proyecto ambicioso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Lanzado en 2018 por Maersk (la mayor naviera del mundo) e IBM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Objetivo: digitalizar y hacer trazable el comercio maritimo global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Basado en Hyperledger Fabric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Llego a conectar a mas de 150 organizaciones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Procesaba millones de eventos al dia: loading, transbordos, aduanas, entregas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Trazabilidad end-to-end de contenedores desde origen hasta destino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¿Por que cerro en 2022?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No fue un problema tecnico — la plataforma funcionaba bien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No fue falta de inversion — IBM y Maersk pusieron cientos de millones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No fue falta de adopcion general — 150+ organizaciones participaron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El problema: las navieras competidoras no quisieron unirse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MSC, CMA CGM, Hapag-Lloyd (40% del trafico mundial) se negaron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¿Por que? No querian dar sus datos operacionales a su mayor rival (Maersk)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Sin los 3 grandes competidores, la plataforma no tenia cobertura real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Leccion: el problema del fundador dominante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TradeLens: fundador dominante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1371600"/>
            <a:ext cx="9418320" cy="4114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286000"/>
            <a:ext cx="850392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0">
                <a:solidFill>
                  <a:srgbClr val="999999"/>
                </a:solidFill>
                <a:latin typeface="Calibri"/>
              </a:defRPr>
            </a:pPr>
            <a:r>
              <a:t>[Diagrama: Maersk en el centro controlando la plataforma, con algunos puertos y aduanas conectados pero MSC, CMA CGM y Hapag-Lloyd FUERA de la red]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3840480"/>
            <a:ext cx="941832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3840480"/>
            <a:ext cx="9418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Prompt para IA generativa: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4297680"/>
            <a:ext cx="886968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7C3AED"/>
                </a:solidFill>
                <a:latin typeface="Consolas"/>
              </a:defRPr>
            </a:pPr>
            <a:r>
              <a:t>Conceptual diagram showing the dominant founder problem of TradeLens: Maersk at the center controlling the platform with ports and customs connected, while competing shipping companies MSC, CMA CGM and Hapag-Lloyd are shown outside the network, refusing to join. Red crosses on the excluded companies. Warning-themed color palette.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D9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2286000" cy="457200"/>
          </a:xfrm>
          <a:prstGeom prst="rect">
            <a:avLst/>
          </a:prstGeom>
          <a:solidFill>
            <a:srgbClr val="0D9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EJERCICIO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74320"/>
            <a:ext cx="8686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333333"/>
                </a:solidFill>
                <a:latin typeface="Calibri"/>
              </a:defRPr>
            </a:pPr>
            <a:r>
              <a:t>EJERCICIO: Rediseña TradeLens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0D9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Caso practico: crear una alternativa a TradeLens que SI funcione.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Tu mision: disenar una red de trazabilidad maritima que evite el problema del fundador dominante.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Actores (en la red de aula):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- Maersk, MSC, CMA CGM (3 navieras competidoras)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- Puerto Valencia, Puerto Rotterdam (2 infraestructuras)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- Aduanas UE (regulador)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Tareas: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FASE 1 (sobre el papel, 30 min):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 Elegir modelo de gobernanza: fundacion, democratico, federado?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 Distribuir los orderers (nadie controla el ordering)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 Modelo de financiacion sostenible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FASE 2 (en el ordenador, 90 min):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 Montar red con 6 orgs + orderer Raft distribuido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 Probar flujo completo incluyendo TRANSBORDOS entre navieras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 State-based endorsement: transbordo requiere firma de AMBAS navieras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Guia completa: docs/modulo-3/ejercicios/ejercicio-tradelens.md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Preguntas clave para tu rediseño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1. ¿Quien es el fundador ideal? ¿Fundacion neutral? ¿Organismo internacional?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2. ¿Como distribuyes los orderers para que nadie controle el ordering?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3. ¿Modelo de financiacion: cuota fija, pay-per-use, fondos publicos?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4. ¿Que incentivo tienen MSC, CMA CGM para unirse esta vez?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5. ¿Los puertos y aduanas son orgs de pleno derecho o acceso limitado?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6. Un transbordo cambia el contenedor de naviera A a naviera B. ¿Quien endorsa?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1645920" cy="457200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645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DEBATE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27432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333333"/>
                </a:solidFill>
                <a:latin typeface="Calibri"/>
              </a:defRPr>
            </a:pPr>
            <a:r>
              <a:t>Gobernanza: TradeLens vs. tu solucion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1. ¿Por que el modelo de fundacion es mas robusto que 'Maersk lanza la plataforma'?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2. Si todos los miembros tienen voto igual, ¿Maersk aceptaria participar?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3. ¿Es realista esperar que competidores directos colaboren en una red comun?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4. ¿Que rol tendria la IMO (Organizacion Maritima Internacional) en tu solucion?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5. Despues del fracaso de TradeLens, ¿quien deberia relanzar este tipo de proyecto?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Respuestas a las preguntas clave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1. ¿Quien es el fundador ideal?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Fundacion neutral sin animo de lucro (modelo Alastria, Hyperledger).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IMO (Organizacion Maritima Internacional) seria la opcion institucional.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Lo que NO: una naviera o el propio IBM.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2. Orderers distribuidos: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Raft con 3-5 nodos, cada uno en una naviera diferente.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Rotacion anual del 'leader' para evitar concentracion.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Ningun nodo puede ser apagado sin consentimiento de la fundacion.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3. Modelo de financiacion: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Cuota escalada por TEU transportados (uso real).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Cuota minima para cubrir infra (incluso a navieras pequenas).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Incentivo: los primeros 3 anos, fees reducidos para los fundadores.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4. Incentivo para MSC, CMA CGM: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Visibilidad completa de trazabilidad (mas eficientes en transbordos).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Menor papeleo (digitalizacion de Bill of Lading).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Cumplimiento de regulaciones automatico (aduanas).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Reduccion de fraudes (no pueden manipular datos ajenos).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5. ¿Puertos y aduanas: orgs plenas o limitadas?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Orgs plenas — son parte operativa del flujo (no solo lectores).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Puertos: escriben eventos (loading, discharge) y validan.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Aduanas: escriben eventos (cleared) con rol especial de autoridad.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6. Transbordo A -&gt; B: ¿quien endorsa?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Politica AND(Naviera_A, Naviera_B) — ambas deben firmar el transbordo.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Se implementa con state-based endorsement por contenedor.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Si una naviera no firma, el transbordo queda pendiente (no se commitea).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Respuestas al debate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1. ¿Por que fundacion &gt; 'Maersk lanza la plataforma'?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La fundacion es neutral y no tiene incentivos comerciales propios.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Maersk, por definicion, es competidor de los demas — genera desconfianza.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La historia demuestra: cuando el fundador es competidor, los demas no se suman.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2. ¿Aceptaria Maersk participar con 1 voto = 1 miembro?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Probablemente no sin incentivos. Necesita: beneficios operativos claros,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reputacion por liderar sostenibilidad, reduccion de costes auditables.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3. ¿Es realista que competidores directos colaboren?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Si — ya lo hacen en IATA, GSM Association, Visa (antes consorcio).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La clave es alinear incentivos: mas valor conjunto que el individual.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4. Rol de la IMO en tu solucion: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Organismo rector, establece estandares tecnicos y politicos.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Puede dar legitimidad internacional y apoyo de gobiernos.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No opera la red (delegado a la fundacion), pero la supervisa.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5. ¿Quien deberia relanzar este proyecto?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Una coalicion internacional de navieras + IMO + grandes puertos.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Lanzar con MVP pequeno (2-3 navieras neutrales) y crecer.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Financiacion mixta: fondos de los miembros + apoyo institucional.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