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Casos de Uso Reales:</a:t>
            </a:r>
            <a:br/>
            <a:r>
              <a:t>Exitos y Fracasos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1 - Que funciona, que no funciona y por 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1: Walmart Food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Trazabilidad alimentaria con Hyperledger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Walmart es el mayor supermercado del mundo: 10.500+ tiendas, 2.3 millones de empleados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1: brotes de salmonella y E.coli requieren retirar productos inmediatamente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2: antes de Fabric, rastrear un lote de mango tardaba 7 dias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3: esos 7 dias = millones de productos potencialmente contaminados en circulacion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4: cada proveedor tenia su propio sistema, imposible de consolidar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Coste estimado: cada dia de retraso en un recall = millones de dolares en perdidas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Walmart + IBM lanzaron IBM Food Trust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Basado en Hyperledger Fabric (permissioned)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actor de la cadena tiene su peer: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Productor (granja)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Procesador (lavado, empaquetado)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Distribuidor (transporte refrigerado)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Walmart (tienda)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end-to-end: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movimiento del lote se registra en el ledger compartido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Cualquier actor puede consultar el historial completo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 un QR en el producto, se ve todo el recorrido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Rastreo de mango de 7 dias a 2.2 segundos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Mas de 150 organizaciones conectadas en 2020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Productos cubiertos: hoja verde, carne, mariscos, yogur, huevos, pollo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2019, Walmart obligo a todos sus proveedores de hoja verde a unirse al sistema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Uno de los mayores exitos de Fabric en produccion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Clave del exito: Walmart es el actor dominante y forzo la adopcion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Topologia simplificada de IBM Food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granja -&gt; procesador -&gt; distribuidor -&gt; supermercado, todos conectados a un canal Fabric compartido]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Supply chain diagram for IBM Food Trust on Hyperledger Fabric: four organizations (Farm, Processor, Distributor, Walmart Store) each with their own peer node, connected through a shared channel. Orderer service in the middle. Food icons (mango, leafy greens) flowing through the chain. Clean flat design, teal color scheme.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propia red de trazabilidad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 adaptado al aula: trazabilidad de aguacates de Malaga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 del consorcio: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Productor (granja)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Distribuidor (transporte refrigerado)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Supermercado (venta final)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Regulador (AESAN - seguridad alimentaria)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Disenar la topologia de red: cuantas orgs, canales, Private Data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Decidir politicas de endorsement y control de acceso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la red con 4 organizaciones + orderer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Desplegar el chaincode con Private Data Collections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el flujo completo de trazabilidad y un recall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tecnica completa: docs/modulo-3/ejercicios/ejercicio-walmart.md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Piensa en estas preguntas antes de empezar a codificar: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¿Cuantas organizaciones? ¿Con peer propio cada una?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unico o multiples canales segregados?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¿Que datos van on-chain (publicos) y cuales en Private Data?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Pista: los precios de compra entre actores son confidenciales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¿Quien puede crear un lote? ¿Solo el productor?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¿Quien puede hacer recall? ¿Solo el regulador o cualquier actor?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¿Que politica de endorsement tiene sentido?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Para movimientos normales vs para recall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¿Como verificaria el consumidor final un QR? (no tiene peer)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 tras el ejercicio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¿Vuestra topologia se parece a la de IBM Food Trust? ¿En que difiere?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ventaja real aporta Fabric aqui frente a una BD compartida gestionada por Walmart?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¿Que pasa si el productor miente sobre el origen? ¿Blockchain lo detecta?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Walmart fue el que impuso la adopcion. ¿Es justo? ¿Es necesario?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¿Como integrariais sensores IoT para automatizar el registro de temperatura?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