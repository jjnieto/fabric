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Casos de Uso Reales:</a:t>
            </a:r>
            <a:br/>
            <a:r>
              <a:t>Exitos y Fracasos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1 - Que funciona, que no funciona y por 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Casos que SI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Proyectos blockchain enterprise en produccion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Walmart Food Trust (IBM + Hyperledger Fabric)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Trazabilidad alimentaria: rastrear el origen de productos frescos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Antes: rastrear un mango de la tienda a la granja tardaba 7 dias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 Fabric: el mismo rastreo tarda 2.2 segundos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Mas de 150 organizaciones conectadas (proveedores, distribuidores)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produccion desde 2018 — uno de los mayores exitos de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Clave del exito: Walmart exigio a sus proveedores que participaran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Cuando el actor mas grande del ecosistema impone la adopcion, funciona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Pero genera debate: ¿es un consorcio o una imposicion?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We.Trade (financiacion de comercio internacional)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Consorcio de 12 bancos europeos (Deutsche Bank, HSBC, Santander, etc.)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Plataforma para financiar operaciones de comercio internacional entre PYMEs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Basado en Hyperledger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Flujo: PYME solicita financiacion → banco del comprador garantiza → banco del vendedor adelanta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Reduce el papeleo y el riesgo de fraude en operaciones cross-border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Lecciones: funciona porque todos los bancos tienen incentivo claro (reducir riesgo y coste)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HKMA eTradeConnect (Hong Kong)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Hong Kong Monetary Authority: plataforma de trade finance en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Conecta bancos de Hong Kong para compartir informacion de operaciones comerciales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Evita el fraude de doble financiacion (un exportador pide credito a dos bancos por la misma mercancia)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Interoperable con We.Trade (Europa) para operaciones Asia-Europa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produccion desde 2019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Clave: respaldo del regulador (HKMA) desde el inicio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Otros casos en produccion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ANZ + Scentre Group (Australia): tokenizacion de alquileres comerciales en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Maersk + IBM TradeLens: trazabilidad maritima (cerro en 2022, pero funciono tecnicamente)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Marco Polo Network: trade finance multi-banco en Corda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 Beers Tracr: trazabilidad de diamantes (funciona pero adopcion limitada)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Everledger: certificados de autenticidad de vinos, diamantes y arte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Carrefour: trazabilidad alimentaria (pollos, tomates) en Francia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Casos que fracasaron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¿Que podemos aprender?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TradeLens (Maersk + IBM) — cerro en 2022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Trazabilidad de comercio maritimo global en Hyperledger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Inversion de cientos de millones de dolares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¿Por que fallo?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Las navieras competidoras no querian unirse a una plataforma de Maersk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Problema del 'fundador dominante': ¿por que dar mis datos a mi competidor?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se alcanzo masa critica: la red sin todos los actores no aportaba valor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Leccion: la gobernanza importa mas que la tecnologia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B3i (consorcio de aseguradoras) — cerro en 2022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Reaseguros automatizados en R3 Corda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Fundadores: Allianz, Swiss Re, Zurich, Munich Re y +15 aseguradoras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¿Por que fallo?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encontro modelo de negocio viable: ¿quien paga la plataforma?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Las aseguradoras querian participar pero no financiar indefinidamente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Complejidad regulatoria: cada pais con reglas distintas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sistemas legacy eran muy dificiles de integrar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Leccion: la tecnologia funcionaba, el negocio 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Mas fracasos y sus lecciones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MedRec (MIT): historial medico en Ethereum — nunca paso de piloto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Regulacion sanitaria + UX para medicos = barrera insalvable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Voatz: votacion electronica — auditores encontraron vulnerabilidades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Seguridad + desconfianza politica = rechazo total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Registro de propiedad Honduras: abandonado por resistencia institucional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Los beneficiarios de la corrupcion bloquearon el proyecto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Resumen: exitos vs fracasos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37160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Factor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que funcionan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Los que fracasan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Gobernanza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Equilibrada o respaldada por regulador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Fundador dominante o sin gobierno claro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Incentivos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Todos ganan algo concreto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Solo unos pocos se benefician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Masa critica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Actor principal impone o regulador exige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Voluntario y sin urgencia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Regulacion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Compatible o con apoyo del regulador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Choca con leyes existentes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Invisible para el usuario final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Requiere que el usuario entienda blockchain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Empiezan pequeno y escalan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Intentan todo desde el dia 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¿Blockchain o base de datos? Arbol de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Hazte estas preguntas en orden: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¿Hay multiples partes que no confian entre si? → Si no, usa una BD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¿Necesitan compartir datos y validar transacciones? → Si no, usa APIs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¿La inmutabilidad del registro es critica? → Si no, usa una BD compartida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¿Las reglas de negocio deben ser verificables por todos? → Si no, usa una BD con permisos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¿Ningun actor puede ser 'el dueño' de la base de datos? → Si no, que ese actor la gestione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has respondido SI a todas: blockchain tiene sentido.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has respondido NO a alguna: probablemente no necesitas blockchain.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Arbol de decision: ¿necesito blockchain?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850392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99999"/>
                </a:solidFill>
                <a:latin typeface="Calibri"/>
              </a:defRPr>
            </a:pPr>
            <a:r>
              <a:t>[Diagrama de arbol de decision con preguntas si/no que llevan a 'Usa blockchain' o 'Usa base de datos']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Prompt para IA generativa: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297680"/>
            <a:ext cx="8869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C3AED"/>
                </a:solidFill>
                <a:latin typeface="Consolas"/>
              </a:defRPr>
            </a:pPr>
            <a:r>
              <a:t>Decision tree flowchart: starting question 'Multiple parties that don't trust each other?' branching YES/NO through questions about shared data, immutability, verifiable rules, and neutral ownership. YES path leads to 'Consider blockchain', NO paths lead to 'Use a database'. Clean flat design, teal for YES paths, red for NO paths.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¿Blockchain o base de datos?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Para cada caso, decidir en grupo si blockchain tiene sentido o no. Justificar: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Un hospital quiere registrar historiales medicos de sus pacientes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Tres hospitales quieren compartir historiales de pacientes compartidos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Un banco quiere un registro inmutable de sus transacciones internas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Diez bancos quieren un sistema de liquidacion interbancaria sin intermediario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Una empresa quiere rastrear sus envios internos entre almacenes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Un consorcio de 50 productores quiere certificar el origen de sus productos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TREASURE HUNT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228600"/>
            <a:ext cx="7772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333333"/>
                </a:solidFill>
                <a:latin typeface="Calibri"/>
              </a:defRPr>
            </a:pPr>
            <a:r>
              <a:t>El primer proyecto blockchain enterprise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B45D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Antes de Fabric, antes de Corda, antes de los consorcios...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hubo un proyecto que demostro que blockchain podia usarse en empresas.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Mision: Investigar: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1. ¿Que proyecto se considera el primero en usar blockchain en enterprise?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   Pista: fue en el sector financiero, en 2015, y no usaba Ethereum.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2. ¿Que empresa lo impulso?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3. ¿En que se convirtio ese proyecto despues?</a:t>
            </a: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Tiempo: 10 minutos.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Nombra 3 proyectos blockchain enterprise que funcionan en produccion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2 que fracasaron y la razon principal de cada uno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¿Cuales son las 5 preguntas del arbol de decision para saber si necesitas blockchain?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significa el 'problema del fundador dominante'?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¿Por que el respaldo del regulador es un factor clave de exito?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