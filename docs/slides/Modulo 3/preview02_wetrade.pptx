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3: Vision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We.Trade:</a:t>
            </a:r>
            <a:br/>
            <a:r>
              <a:t>Trade Finance para PYMEs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Consorcio de 12 bancos europeos sobre Hyperledger Fabric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Caso 2: We.Trade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Financiacion de comercio internacional entre PYMEs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problema que resolvieron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Una PYME que exporta a otro pais tiene un problema de confianza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¿Y si el comprador no paga? ¿Y si el vendedor no envia la mercancia?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Tradicionalmente se resuelve con cartas de credito: caras y lentas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banco tiene sus propios sistemas, papeleo manual, semanas de proceso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Las PYMEs pequenas no pueden permitirselo — comercian solo con clientes conocidos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pierde volumen de comercio internacional por falta de confianza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La solucion con Hyperledger 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Consorcio de 12 bancos europeos fundan We.Trade en 2018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Miembros: Deutsche Bank, HSBC, Santander, KBC, Nordea, Rabobank, UBS...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Ledger compartido: todos los bancos ven el estado de las operaciones en tiempo real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Flujo digitalizado: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PYME Compradora: quiere comprar mercancia a PYME Vendedora (otro pais)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Su banco garantiza el pago bajo ciertas condiciones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banco del vendedor adelanta el 90% del pago inmediatamente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Cuando se confirma la entrega, se libera el resto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Todo registrado en blockchain, sin papeles, en horas en vez de semanas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Resultados y cierre en 2022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produccion desde 2018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Procesaron operaciones reales entre PYMEs de diferentes paises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Reduccion drastica de tiempos: de semanas a horas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Cerro en julio de 2022. ¿Por que?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fue un problema tecnologico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Fue un problema de modelo de negocio: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Las 12 aseguradoras querian participar pero no financiar indefinidamente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Faltaba un modelo de ingresos que sostuviera la plataforma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Cuando se acabo el capital inicial, el proyecto se cerro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Flujo de We.Trade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[Diagrama: PYME compradora &lt;-&gt; Banco comprador &lt;-&gt; Banco vendedor &lt;-&gt; PYME vendedora, todos sobre un canal Fabric compartido]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Trade finance flow diagram showing two SMEs (buyer and seller) each connected to their respective banks, all sharing a Hyperledger Fabric channel. Central shared ledger shows operation states. Clean flat design, blue and green color scheme for financial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EJERCICIO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EJERCICIO: Diseña tu red de trade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Caso practico adaptado al aula: 3 bancos europeos gestionando operaciones comerciales.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Actores: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Banco Santander (Espana)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Banco BBVA (Espana)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Deutsche Bank (Alemania)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Las PYMEs son usuarios registrados por los bancos (no orgs)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Tareas: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1 (sobre el papel, 30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Disenar la topologia: PYMEs como orgs o usuarios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Gestionar privacidad: canales separados o Private Data Collections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Definir maquina de estados de una operacion comercial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2 (en el ordenador, 90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Montar red con 3 bancos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Crear Private Data Collections por cada par de bancos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Desplegar chaincode con politicas de endorsement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Probar flujo completo + validar privacidad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Guia tecnica completa: docs/modulo-3/ejercicios/ejercicio-wetrade.md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Preguntas clave para tu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¿Las PYMEs son organizaciones o usuarios de los bancos?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¿Un canal unico o canales por pareja de bancos?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¿Donde guardas los importes y datos sensibles? (Private Data)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Estados de una operacion: proposed, approved, in_transit, delivered, paid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¿Que politica de endorsement para crear una operacion? ¿Y para liberar el pago?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¿Un regulador (BCE) deberia estar en el canal?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Con N bancos se necesitan N*(N-1)/2 Private Data Collections. ¿Escala?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Debate tras el ejercicio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¿Por que We.Trade cerro a pesar de tener tecnologia y 12 grandes bancos?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¿Que modelo de ingresos propondriais para que sea sostenible?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¿Tiene sentido que las PYMEs sean usuarios y no orgs? ¿Que cambia?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Si una PYME cambia de banco, ¿que pasa con su historial crediticio en la red?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¿Deberia haber un regulador (BCE) en el canal como en el caso HKMA?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 las preguntas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¿Las PYMEs: orgs o usuarios?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Usuarios de los bancos (cert X.509 con role=client emitido por el banco).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Hacer orgs a cada PYME seria inviable: miles/millones de orgs.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¿Un canal o canales por pareja de bancos?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 canal compartido con Private Data Collections por pareja de bancos.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Permite detectar fraudes transversales (doble financiacion, lavado).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¿Importes y datos sensibles?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Private Data Collections por pareja de bancos involucrados.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Solo los 2 bancos ven el importe; los demas solo ven el hash.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Estados de una operacion: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proposed -&gt; approved -&gt; in_transit -&gt; delivered -&gt; paid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 transicion rechazada / disputa en cualquier punto.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Politicas de endorsement (crear vs liberar pago):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Crear operacion: AND(BancoVendedor, BancoComprador).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Liberar pago: AND(BancoVendedor, BancoComprador) + verificar status='delivered'.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¿BCE en el canal?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como org de auditoria (solo lectura), NO como endorser.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Evita que el regulador pueda bloquear operaciones comerciales.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¿Escala N*(N-1)/2 Private Data Collections?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escala para N grandes: con 50 bancos son 1225 PDCs.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Alternativa: state-based endorsement dinamico por operacion.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We.Trade llego al limite con 12 bancos — esto contribuyo al cierre.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¿Por que cerro We.Trade a pesar de tener 12 bancos?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Problema de modelo de negocio: nadie queria financiar indefinidamente.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miembros querian participar pero no pagar cuotas sostenidas.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Faltaba un flujo de ingresos recurrente ligado al uso real.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¿Que modelo de ingresos propondriais?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Fees por transaccion: 0.1-0.5% del importe financiado.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Cuota anual escalada: pequenos bancos pagan menos que grandes.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Modelo hibrido: fee por uso + cuota minima para cubrir infra.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¿PYMEs como usuarios tiene sentido?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— las PYMEs son clientes de los bancos, no actores de la red.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Ventaja: escala infinita sin anadir orgs.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Cambia: la identidad de la PYME la emite su banco, que es responsable.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PYME cambia de banco: ¿y su historial?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Su historial queda en el ledger (asociado a cert viejo).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nuevo banco emite un cert nuevo con el mismo ID (p.ej. CIF).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Funcion admin: 'link_identity(old_cert_hash, new_cert)' — auditada.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¿Regulador (BCE) en el canal como HKMA?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Ventajas: supervision en tiempo real, deteccion temprana de fraude.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Riesgos: concentracion de informacion, GDPR, privacidad bancaria.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Compromise: BCE como org con acceso de SOLO LECTURA en un canal auxiliar.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