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5"/>
    <p:sldId id="266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8" y="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2627E"/>
                </a:solidFill>
                <a:latin typeface="Calibri"/>
              </a:defRPr>
            </a:pPr>
            <a:r>
              <a:t>Modulo 3: Vision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22627E"/>
                </a:solidFill>
                <a:latin typeface="Calibri"/>
              </a:defRPr>
            </a:pPr>
            <a:r>
              <a:t>Identificar Oportunidades</a:t>
            </a:r>
            <a:br/>
            <a:r>
              <a:t>de Negocio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Calibri"/>
              </a:defRPr>
            </a:pPr>
            <a:r>
              <a:t>Dia 2 - Cuando tiene sentido blockchain y como venderlo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¿Cuando tiene sentido blockchain enterprise?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Multiples organizaciones que necesitan compartir datos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Desconfianza mutua: ninguna quiere que otra controle la base de datos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Necesidad de trazabilidad inmutable (regulacion, auditoria, compliance)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Reglas de negocio que deben ser verificables por todos los participantes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Transacciones entre partes que hoy requieren intermediarios costosos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 se cumplen TODAS estas condiciones, blockchain aporta valor.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 falta alguna, probablemente hay una solucion mas sencilla.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¿Cuando NO tiene sentido?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Un solo actor gestiona todos los datos (usa una base de datos)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Los datos no se comparten entre organizaciones (usa APIs)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rendimiento es critico y necesitas miles de TPS con baja latencia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Los datos necesitan ser editables o borrables (GDPR, derecho al olvido)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 hay problema de confianza entre las partes (usa un SaaS compartido)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coste de montar y mantener la red no compensa el beneficio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Blockchain NO es la solucion a todo. Saber cuando NO usarlo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es tan importante como saber cuando si.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Oportunidades por sector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Finanzas: liquidacion, trade finance, tokenizacion de activos, KYC compartido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Supply chain: trazabilidad, certificacion de origen, cold chain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Salud: historiales compartidos, trazabilidad de farmacos, ensayos clinicos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Administracion publica: registro de propiedad, licitaciones, subvenciones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Energia: certificados de origen renovable, mercados P2P de energia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Seguros: reaseguros automatizados, gestion de siniestros multi-aseguradora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Educacion: titulos verificables, credenciales profesionales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Como presentar un proyecto blockchain al comite de direccion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 empieces por la tecnologia. Empieza por el problema de negocio: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¿Cual es el problema? (coste, tiempo, fraude, desconfianza)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¿Cuanto nos cuesta hoy? (euros, dias, riesgo)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¿Por que las soluciones actuales no funcionan? (intermediarios, silos)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¿Que propones? (consorcio + ledger compartido — sin decir 'blockchain' aun)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¿Con quien lo hariamos? (socios del consorcio)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¿Cuanto cuesta y cuanto ahorra? (ROI, payback)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7. ¿Que riesgos tiene? (y como los mitigamos)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Consejo: la palabra 'blockchain' genera ruido. Usa 'registro distribuido compartido'.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ROI y metricas: ¿como mides el exito?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Metricas de eficiencia: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Tiempo de proceso: ¿cuanto se redujo? (ej: KYC de 2 semanas a 2 minutos)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Errores: ¿cuantos errores manuales se eliminaron?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Intermediarios: ¿cuantos pasos/actores se eliminaron?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Metricas de confianza: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Disputas: ¿cuantas disputas comerciales se evitaron?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Auditoria: ¿cuanto tarda una auditoria ahora vs antes?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Fraude: ¿cuantos casos de fraude se detectaron/evitaron?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Metricas de coste: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Coste de infraestructura: ¿cuanto cuesta mantener la red?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Coste de intermediarios eliminados: ¿cuanto ahorramos?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Payback: ¿en cuanto tiempo se recupera la inversion?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ACTIVIDAD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74320"/>
            <a:ext cx="8686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Elevator pitch: tu proyecto blockchain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Cada alumno (o pareja) prepara un elevator pitch de 2 minutos: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Elegir un problema real de su empresa o sector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Verificar con el arbol de decision que blockchain tiene sentido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Preparar el pitch con esta estructura: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- El problema (30 seg)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- Por que las soluciones actuales no sirven (30 seg)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- La propuesta con blockchain (30 seg)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- Los socios del consorcio y el beneficio esperado (30 seg)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Presentar al resto de la clase. Feedback constructivo.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Tiempo de preparacion: 20 minutos.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2004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CULTURA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228600"/>
            <a:ext cx="7772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Gartner y el Hype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476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Gartner publica </a:t>
            </a:r>
            <a:r>
              <a:rPr dirty="0" err="1"/>
              <a:t>cada</a:t>
            </a:r>
            <a:r>
              <a:rPr dirty="0"/>
              <a:t> a</a:t>
            </a:r>
            <a:r>
              <a:rPr lang="es-ES" dirty="0"/>
              <a:t>ñ</a:t>
            </a:r>
            <a:r>
              <a:rPr dirty="0"/>
              <a:t>o </a:t>
            </a:r>
            <a:r>
              <a:rPr dirty="0" err="1"/>
              <a:t>su</a:t>
            </a:r>
            <a:r>
              <a:rPr dirty="0"/>
              <a:t> Hype Cycle for Blockchain and Web3.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En 2017, blockchain </a:t>
            </a:r>
            <a:r>
              <a:rPr dirty="0" err="1"/>
              <a:t>estaba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'Pico de </a:t>
            </a:r>
            <a:r>
              <a:rPr dirty="0" err="1"/>
              <a:t>Expectativas</a:t>
            </a:r>
            <a:r>
              <a:rPr dirty="0"/>
              <a:t> </a:t>
            </a:r>
            <a:r>
              <a:rPr dirty="0" err="1"/>
              <a:t>Infladas</a:t>
            </a:r>
            <a:r>
              <a:rPr dirty="0"/>
              <a:t>'.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En 2023, blockchain enterprise </a:t>
            </a:r>
            <a:r>
              <a:rPr dirty="0" err="1"/>
              <a:t>habia</a:t>
            </a:r>
            <a:r>
              <a:rPr dirty="0"/>
              <a:t> </a:t>
            </a:r>
            <a:r>
              <a:rPr dirty="0" err="1"/>
              <a:t>caido</a:t>
            </a:r>
            <a:r>
              <a:rPr dirty="0"/>
              <a:t> al 'Valle de la </a:t>
            </a:r>
            <a:r>
              <a:rPr dirty="0" err="1"/>
              <a:t>Desilusion</a:t>
            </a:r>
            <a:r>
              <a:rPr dirty="0"/>
              <a:t>'.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En 2025, </a:t>
            </a:r>
            <a:r>
              <a:rPr dirty="0" err="1"/>
              <a:t>empieza</a:t>
            </a:r>
            <a:r>
              <a:rPr dirty="0"/>
              <a:t> a </a:t>
            </a:r>
            <a:r>
              <a:rPr dirty="0" err="1"/>
              <a:t>subir</a:t>
            </a:r>
            <a:r>
              <a:rPr dirty="0"/>
              <a:t> la '</a:t>
            </a:r>
            <a:r>
              <a:rPr dirty="0" err="1"/>
              <a:t>Pendiente</a:t>
            </a:r>
            <a:r>
              <a:rPr dirty="0"/>
              <a:t> de la </a:t>
            </a:r>
            <a:r>
              <a:rPr dirty="0" err="1"/>
              <a:t>Iluminacion</a:t>
            </a:r>
            <a:r>
              <a:rPr dirty="0"/>
              <a:t>'.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Esto es normal: TODAS las </a:t>
            </a:r>
            <a:r>
              <a:rPr dirty="0" err="1"/>
              <a:t>tecnologias</a:t>
            </a:r>
            <a:r>
              <a:rPr dirty="0"/>
              <a:t> </a:t>
            </a:r>
            <a:r>
              <a:rPr dirty="0" err="1"/>
              <a:t>pasan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ciclo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Internet </a:t>
            </a:r>
            <a:r>
              <a:rPr dirty="0" err="1"/>
              <a:t>en</a:t>
            </a:r>
            <a:r>
              <a:rPr dirty="0"/>
              <a:t> 2001, cloud </a:t>
            </a:r>
            <a:r>
              <a:rPr dirty="0" err="1"/>
              <a:t>en</a:t>
            </a:r>
            <a:r>
              <a:rPr dirty="0"/>
              <a:t> 2010, IA </a:t>
            </a:r>
            <a:r>
              <a:rPr dirty="0" err="1"/>
              <a:t>en</a:t>
            </a:r>
            <a:r>
              <a:rPr dirty="0"/>
              <a:t> 2024... y blockchain </a:t>
            </a:r>
            <a:r>
              <a:rPr dirty="0" err="1"/>
              <a:t>ahora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La </a:t>
            </a:r>
            <a:r>
              <a:rPr dirty="0" err="1"/>
              <a:t>pregunta</a:t>
            </a:r>
            <a:r>
              <a:rPr dirty="0"/>
              <a:t> no es '¿blockchain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muerto</a:t>
            </a:r>
            <a:r>
              <a:rPr dirty="0"/>
              <a:t>?'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La </a:t>
            </a:r>
            <a:r>
              <a:rPr dirty="0" err="1"/>
              <a:t>pregunta</a:t>
            </a:r>
            <a:r>
              <a:rPr dirty="0"/>
              <a:t> es '¿para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casos</a:t>
            </a:r>
            <a:r>
              <a:rPr dirty="0"/>
              <a:t> </a:t>
            </a:r>
            <a:r>
              <a:rPr dirty="0" err="1"/>
              <a:t>concretos</a:t>
            </a:r>
            <a:r>
              <a:rPr dirty="0"/>
              <a:t> es util?'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Eso es </a:t>
            </a:r>
            <a:r>
              <a:rPr dirty="0" err="1"/>
              <a:t>exactamente</a:t>
            </a:r>
            <a:r>
              <a:rPr dirty="0"/>
              <a:t> lo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estamos</a:t>
            </a:r>
            <a:r>
              <a:rPr dirty="0"/>
              <a:t> </a:t>
            </a:r>
            <a:r>
              <a:rPr dirty="0" err="1"/>
              <a:t>aprendiendo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este</a:t>
            </a:r>
            <a:r>
              <a:rPr dirty="0"/>
              <a:t> modulo.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Repaso del 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1. ¿Cuando tiene sentido blockchain enterprise? Da 3 condiciones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2. ¿Cuando NO tiene sentido? Da 3 razones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3. ¿Como presentarias un proyecto blockchain a un comite de direccion?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4. ¿Que metricas usarias para medir el exito?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5. ¿Por que es mejor no empezar con la palabra 'blockchain'?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repaso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Cuando tiene sentido blockchain enterprise (3 condiciones):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Hay multiples organizaciones que necesitan compartir datos.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Existe desconfianza mutua (ninguna quiere que otra controle la BD).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La inmutabilidad/auditabilidad es critica (regulacion, compliance).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Cuando NO tiene sentido (3 razones):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Un solo actor gestiona todos los datos -&gt; BD tradicional.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Los datos no se comparten entre orgs -&gt; APIs entre sistemas.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No hay problema de confianza -&gt; SaaS compartido con permisos.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(Tambien: si el rendimiento es critico &gt;10k TPS).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Como presentarlo a un comite de direccion: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Empezar por EL PROBLEMA de negocio, no por la tecnologia.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Cuantificar el coste actual (euros, tiempo, fraude).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Por que las soluciones actuales no funcionan.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Propuesta: 'registro distribuido compartido' (evita la palabra 'blockchain').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Socios potenciales, ROI estimado, riesgos y mitigaciones.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repaso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Metricas para medir el exito: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Eficiencia: tiempo de proceso reducido (dias/semanas -&gt; segundos/horas).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Errores: reduccion de errores manuales y disputas.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Fraude: casos detectados/evitados antes de su impacto.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Costes: intermediarios eliminados, auditorias mas baratas.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Payback: tiempo para recuperar la inversion inicial.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¿Por que no empezar con la palabra 'blockchain'?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'Blockchain' genera ruido: se asocia con cripto, especulacion, scams.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Los directivos no tecnicos pueden cerrarse antes de entender el problema.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Mejor: 'registro distribuido', 'ledger compartido', 'plataforma colaborativa'.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Presenta la SOLUCION a su problema, no la tecnologia.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Despues de aprobacion, explicar que la tecnologia base es blockchain/Fabric.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847</Words>
  <Application>Microsoft Office PowerPoint</Application>
  <PresentationFormat>Personalizado</PresentationFormat>
  <Paragraphs>88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Javier Nieto</cp:lastModifiedBy>
  <cp:revision>2</cp:revision>
  <dcterms:created xsi:type="dcterms:W3CDTF">2013-01-27T09:14:16Z</dcterms:created>
  <dcterms:modified xsi:type="dcterms:W3CDTF">2026-04-23T11:56:37Z</dcterms:modified>
  <cp:category/>
</cp:coreProperties>
</file>