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TradeLens:</a:t>
            </a:r>
            <a:br/>
            <a:r>
              <a:t>Cuando la gobernanza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Un caso de fracaso a pesar de la tecnologia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4: TradeLens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 problema del fundador dominante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proyecto ambicioso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Lanzado en 2018 por Maersk (la mayor naviera del mundo) e IBM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digitalizar y hacer trazable el comercio maritimo global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Basado en Hyperledger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Llego a conectar a mas de 150 organizaciones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Procesaba millones de eventos al dia: loading, transbordos, aduanas, entregas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Trazabilidad end-to-end de contenedores desde origen hasta destino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que cerro en 2022?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un problema tecnico — la plataforma funcionaba bien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falta de inversion — IBM y Maersk pusieron cientos de millones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falta de adopcion general — 150+ organizaciones participaron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problema: las navieras competidoras no quisieron unirse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MSC, CMA CGM, Hapag-Lloyd (40% del trafico mundial) se negaron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que? No querian dar sus datos operacionales a su mayor rival (Maersk)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los 3 grandes competidores, la plataforma no tenia cobertura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Leccion: el problema del fundador dominante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TradeLens: fundador dominante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Maersk en el centro controlando la plataforma, con algunos puertos y aduanas conectados pero MSC, CMA CGM y Hapag-Lloyd FUERA de la red]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Conceptual diagram showing the dominant founder problem of TradeLens: Maersk at the center controlling the platform with ports and customs connected, while competing shipping companies MSC, CMA CGM and Hapag-Lloyd are shown outside the network, refusing to join. Red crosses on the excluded companies. Warning-themed color palette.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Rediseña TradeLens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practico: crear una alternativa a TradeLens que SI funcione.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Tu mision: disenar una red de trazabilidad maritima que evite el problema del fundador dominante.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 (en la red de aula):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Maersk, MSC, CMA CGM (3 navieras competidoras)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Puerto Valencia, Puerto Rotterdam (2 infraestructuras)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Aduanas UE (regulador)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Elegir modelo de gobernanza: fundacion, democratico, federado?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Distribuir los orderers (nadie controla el ordering)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Modelo de financiacion sostenible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6 orgs + orderer Raft distribuido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flujo completo incluyendo TRANSBORDOS entre navieras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State-based endorsement: transbordo requiere firma de AMBAS navieras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completa: docs/modulo-3/ejercicios/ejercicio-tradelens.md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rediseño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¿Quien es el fundador ideal? ¿Fundacion neutral? ¿Organismo internacional?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¿Como distribuyes los orderers para que nadie controle el ordering?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¿Modelo de financiacion: cuota fija, pay-per-use, fondos publicos?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¿Que incentivo tienen MSC, CMA CGM para unirse esta vez?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¿Los puertos y aduanas son orgs de pleno derecho o acceso limitado?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Un transbordo cambia el contenedor de naviera A a naviera B. ¿Quien endorsa?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Gobernanza: TradeLens vs. tu solucion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¿Por que el modelo de fundacion es mas robusto que 'Maersk lanza la plataforma'?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Si todos los miembros tienen voto igual, ¿Maersk aceptaria participar?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¿Es realista esperar que competidores directos colaboren en una red comun?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¿Que rol tendria la IMO (Organizacion Maritima Internacional) en tu solucion?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Despues del fracaso de TradeLens, ¿quien deberia relanzar este tipo de proyecto?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